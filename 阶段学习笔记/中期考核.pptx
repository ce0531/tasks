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93" r:id="rId3"/>
    <p:sldId id="266" r:id="rId5"/>
    <p:sldId id="257" r:id="rId6"/>
    <p:sldId id="279" r:id="rId7"/>
    <p:sldId id="259" r:id="rId8"/>
    <p:sldId id="294" r:id="rId9"/>
    <p:sldId id="260" r:id="rId10"/>
    <p:sldId id="296" r:id="rId11"/>
    <p:sldId id="280" r:id="rId12"/>
    <p:sldId id="263" r:id="rId13"/>
    <p:sldId id="262" r:id="rId14"/>
    <p:sldId id="264" r:id="rId15"/>
    <p:sldId id="281" r:id="rId16"/>
    <p:sldId id="268" r:id="rId17"/>
    <p:sldId id="272" r:id="rId18"/>
    <p:sldId id="282" r:id="rId19"/>
    <p:sldId id="274" r:id="rId20"/>
    <p:sldId id="277" r:id="rId21"/>
    <p:sldId id="284" r:id="rId22"/>
    <p:sldId id="290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5678"/>
    <a:srgbClr val="46537A"/>
    <a:srgbClr val="47527A"/>
    <a:srgbClr val="F9F8F4"/>
    <a:srgbClr val="F8F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2" autoAdjust="0"/>
    <p:restoredTop sz="94635"/>
  </p:normalViewPr>
  <p:slideViewPr>
    <p:cSldViewPr snapToGrid="0" snapToObjects="1" showGuides="1">
      <p:cViewPr varScale="1">
        <p:scale>
          <a:sx n="86" d="100"/>
          <a:sy n="86" d="100"/>
        </p:scale>
        <p:origin x="414" y="60"/>
      </p:cViewPr>
      <p:guideLst>
        <p:guide orient="horz" pos="2172"/>
        <p:guide pos="3840"/>
      </p:guideLst>
    </p:cSldViewPr>
  </p:slideViewPr>
  <p:outlineViewPr>
    <p:cViewPr>
      <p:scale>
        <a:sx n="33" d="100"/>
        <a:sy n="33" d="100"/>
      </p:scale>
      <p:origin x="0" y="-20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4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75B96-0528-4EB3-BD49-1B7E7EBAB9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C148F-9A36-414E-A051-93CFF09916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35" b="94"/>
          <a:stretch>
            <a:fillRect/>
          </a:stretch>
        </p:blipFill>
        <p:spPr>
          <a:xfrm>
            <a:off x="0" y="1"/>
            <a:ext cx="12192000" cy="6992471"/>
          </a:xfrm>
          <a:custGeom>
            <a:avLst/>
            <a:gdLst>
              <a:gd name="connsiteX0" fmla="*/ 0 w 12192000"/>
              <a:gd name="connsiteY0" fmla="*/ 0 h 6992471"/>
              <a:gd name="connsiteX1" fmla="*/ 12192000 w 12192000"/>
              <a:gd name="connsiteY1" fmla="*/ 0 h 6992471"/>
              <a:gd name="connsiteX2" fmla="*/ 12192000 w 12192000"/>
              <a:gd name="connsiteY2" fmla="*/ 6992471 h 6992471"/>
              <a:gd name="connsiteX3" fmla="*/ 0 w 12192000"/>
              <a:gd name="connsiteY3" fmla="*/ 6992471 h 699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92471">
                <a:moveTo>
                  <a:pt x="0" y="0"/>
                </a:moveTo>
                <a:lnTo>
                  <a:pt x="12192000" y="0"/>
                </a:lnTo>
                <a:lnTo>
                  <a:pt x="12192000" y="6992471"/>
                </a:lnTo>
                <a:lnTo>
                  <a:pt x="0" y="6992471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A_文本框 115"/>
          <p:cNvSpPr txBox="1"/>
          <p:nvPr>
            <p:custDataLst>
              <p:tags r:id="rId1"/>
            </p:custDataLst>
          </p:nvPr>
        </p:nvSpPr>
        <p:spPr>
          <a:xfrm>
            <a:off x="6845935" y="2282190"/>
            <a:ext cx="446024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GEEK</a:t>
            </a:r>
            <a:r>
              <a:rPr kumimoji="1" lang="zh-CN" altLang="en-US" sz="7200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中期</a:t>
            </a:r>
            <a:r>
              <a:rPr kumimoji="1" lang="zh-CN" altLang="en-US" sz="7200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考核展示</a:t>
            </a:r>
            <a:endParaRPr kumimoji="1" lang="zh-CN" altLang="en-US" sz="7200" dirty="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r>
              <a:rPr kumimoji="1" lang="en-US" altLang="zh-CN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                       ——</a:t>
            </a:r>
            <a:r>
              <a:rPr kumimoji="1" lang="zh-CN" altLang="en-US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曾新</a:t>
            </a:r>
            <a:r>
              <a:rPr kumimoji="1" lang="zh-CN" altLang="en-US" dirty="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颜</a:t>
            </a:r>
            <a:endParaRPr kumimoji="1" lang="zh-CN" altLang="en-US" dirty="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117" name="PA_组合 98"/>
          <p:cNvGrpSpPr/>
          <p:nvPr>
            <p:custDataLst>
              <p:tags r:id="rId2"/>
            </p:custDataLst>
          </p:nvPr>
        </p:nvGrpSpPr>
        <p:grpSpPr>
          <a:xfrm>
            <a:off x="-7636560" y="4658289"/>
            <a:ext cx="14520706" cy="15082672"/>
            <a:chOff x="0" y="0"/>
            <a:chExt cx="1232382" cy="1280079"/>
          </a:xfrm>
        </p:grpSpPr>
        <p:sp>
          <p:nvSpPr>
            <p:cNvPr id="118" name="chenying0907 92"/>
            <p:cNvSpPr/>
            <p:nvPr/>
          </p:nvSpPr>
          <p:spPr>
            <a:xfrm>
              <a:off x="63500" y="431806"/>
              <a:ext cx="1168883" cy="848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9" h="20335" extrusionOk="0">
                  <a:moveTo>
                    <a:pt x="13379" y="9888"/>
                  </a:moveTo>
                  <a:cubicBezTo>
                    <a:pt x="16156" y="7987"/>
                    <a:pt x="19260" y="4290"/>
                    <a:pt x="20047" y="0"/>
                  </a:cubicBezTo>
                  <a:cubicBezTo>
                    <a:pt x="21600" y="7245"/>
                    <a:pt x="19676" y="14890"/>
                    <a:pt x="14434" y="18706"/>
                  </a:cubicBezTo>
                  <a:cubicBezTo>
                    <a:pt x="10460" y="21600"/>
                    <a:pt x="5646" y="20542"/>
                    <a:pt x="2448" y="16290"/>
                  </a:cubicBezTo>
                  <a:cubicBezTo>
                    <a:pt x="1349" y="14829"/>
                    <a:pt x="841" y="13153"/>
                    <a:pt x="0" y="11506"/>
                  </a:cubicBezTo>
                  <a:cubicBezTo>
                    <a:pt x="415" y="12319"/>
                    <a:pt x="2222" y="12745"/>
                    <a:pt x="2888" y="12873"/>
                  </a:cubicBezTo>
                  <a:cubicBezTo>
                    <a:pt x="4049" y="13097"/>
                    <a:pt x="5240" y="12941"/>
                    <a:pt x="6395" y="12727"/>
                  </a:cubicBezTo>
                  <a:cubicBezTo>
                    <a:pt x="8821" y="12276"/>
                    <a:pt x="11185" y="11390"/>
                    <a:pt x="13379" y="988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19" name="chenying0907 93"/>
            <p:cNvSpPr/>
            <p:nvPr/>
          </p:nvSpPr>
          <p:spPr>
            <a:xfrm>
              <a:off x="0" y="6"/>
              <a:ext cx="1229464" cy="1277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4" h="17624" extrusionOk="0">
                  <a:moveTo>
                    <a:pt x="18089" y="13212"/>
                  </a:moveTo>
                  <a:cubicBezTo>
                    <a:pt x="20793" y="8665"/>
                    <a:pt x="19051" y="1688"/>
                    <a:pt x="12580" y="249"/>
                  </a:cubicBezTo>
                  <a:cubicBezTo>
                    <a:pt x="5779" y="-1264"/>
                    <a:pt x="-807" y="4397"/>
                    <a:pt x="81" y="10133"/>
                  </a:cubicBezTo>
                  <a:cubicBezTo>
                    <a:pt x="1215" y="17455"/>
                    <a:pt x="11799" y="20336"/>
                    <a:pt x="17105" y="14539"/>
                  </a:cubicBezTo>
                  <a:cubicBezTo>
                    <a:pt x="17481" y="14129"/>
                    <a:pt x="17809" y="13683"/>
                    <a:pt x="18089" y="13212"/>
                  </a:cubicBezTo>
                  <a:close/>
                </a:path>
              </a:pathLst>
            </a:custGeom>
            <a:noFill/>
            <a:ln w="762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20" name="chenying0907 94"/>
            <p:cNvSpPr/>
            <p:nvPr/>
          </p:nvSpPr>
          <p:spPr>
            <a:xfrm flipH="1" flipV="1">
              <a:off x="598375" y="0"/>
              <a:ext cx="12664" cy="1275141"/>
            </a:xfrm>
            <a:prstGeom prst="line">
              <a:avLst/>
            </a:pr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" name="chenying0907 95"/>
            <p:cNvSpPr/>
            <p:nvPr/>
          </p:nvSpPr>
          <p:spPr>
            <a:xfrm>
              <a:off x="228599" y="6"/>
              <a:ext cx="761433" cy="126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7" h="18273" extrusionOk="0">
                  <a:moveTo>
                    <a:pt x="12391" y="18096"/>
                  </a:moveTo>
                  <a:cubicBezTo>
                    <a:pt x="20299" y="16704"/>
                    <a:pt x="20971" y="9754"/>
                    <a:pt x="20010" y="6028"/>
                  </a:cubicBezTo>
                  <a:cubicBezTo>
                    <a:pt x="19534" y="4185"/>
                    <a:pt x="18487" y="1426"/>
                    <a:pt x="14982" y="544"/>
                  </a:cubicBezTo>
                  <a:cubicBezTo>
                    <a:pt x="3960" y="-2230"/>
                    <a:pt x="-629" y="6301"/>
                    <a:pt x="69" y="10363"/>
                  </a:cubicBezTo>
                  <a:cubicBezTo>
                    <a:pt x="598" y="13437"/>
                    <a:pt x="5155" y="19370"/>
                    <a:pt x="12391" y="18096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22" name="chenying0907 96"/>
            <p:cNvSpPr/>
            <p:nvPr/>
          </p:nvSpPr>
          <p:spPr>
            <a:xfrm>
              <a:off x="50800" y="381006"/>
              <a:ext cx="1143000" cy="53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084" extrusionOk="0">
                  <a:moveTo>
                    <a:pt x="0" y="10975"/>
                  </a:moveTo>
                  <a:cubicBezTo>
                    <a:pt x="5633" y="-4190"/>
                    <a:pt x="11507" y="-2443"/>
                    <a:pt x="17154" y="8930"/>
                  </a:cubicBezTo>
                  <a:cubicBezTo>
                    <a:pt x="18363" y="11362"/>
                    <a:pt x="19610" y="11211"/>
                    <a:pt x="20810" y="14623"/>
                  </a:cubicBezTo>
                  <a:cubicBezTo>
                    <a:pt x="21087" y="15412"/>
                    <a:pt x="21308" y="17410"/>
                    <a:pt x="21600" y="1703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23" name="chenying0907 97"/>
            <p:cNvSpPr/>
            <p:nvPr/>
          </p:nvSpPr>
          <p:spPr>
            <a:xfrm>
              <a:off x="38100" y="825506"/>
              <a:ext cx="1163030" cy="32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83" extrusionOk="0">
                  <a:moveTo>
                    <a:pt x="0" y="13166"/>
                  </a:moveTo>
                  <a:cubicBezTo>
                    <a:pt x="1349" y="4232"/>
                    <a:pt x="2977" y="14571"/>
                    <a:pt x="4335" y="16158"/>
                  </a:cubicBezTo>
                  <a:cubicBezTo>
                    <a:pt x="8003" y="20406"/>
                    <a:pt x="11670" y="21600"/>
                    <a:pt x="15337" y="15282"/>
                  </a:cubicBezTo>
                  <a:cubicBezTo>
                    <a:pt x="17520" y="11503"/>
                    <a:pt x="19444" y="14571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11" name="PA_组合 139"/>
          <p:cNvGrpSpPr/>
          <p:nvPr>
            <p:custDataLst>
              <p:tags r:id="rId3"/>
            </p:custDataLst>
          </p:nvPr>
        </p:nvGrpSpPr>
        <p:grpSpPr>
          <a:xfrm rot="8548729">
            <a:off x="1987285" y="4119770"/>
            <a:ext cx="2611427" cy="242835"/>
            <a:chOff x="12700" y="-1"/>
            <a:chExt cx="1395068" cy="386881"/>
          </a:xfrm>
        </p:grpSpPr>
        <p:sp>
          <p:nvSpPr>
            <p:cNvPr id="112" name="chenying0907 135"/>
            <p:cNvSpPr/>
            <p:nvPr/>
          </p:nvSpPr>
          <p:spPr>
            <a:xfrm>
              <a:off x="1371600" y="-1"/>
              <a:ext cx="36168" cy="33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919" h="14783" extrusionOk="0">
                  <a:moveTo>
                    <a:pt x="14668" y="9624"/>
                  </a:moveTo>
                  <a:cubicBezTo>
                    <a:pt x="13296" y="16702"/>
                    <a:pt x="3141" y="16108"/>
                    <a:pt x="711" y="10207"/>
                  </a:cubicBezTo>
                  <a:cubicBezTo>
                    <a:pt x="-4134" y="-1569"/>
                    <a:pt x="17466" y="-4898"/>
                    <a:pt x="14668" y="9624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14" name="chenying0907 136"/>
            <p:cNvSpPr/>
            <p:nvPr/>
          </p:nvSpPr>
          <p:spPr>
            <a:xfrm>
              <a:off x="12700" y="12698"/>
              <a:ext cx="1352489" cy="37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12" extrusionOk="0">
                  <a:moveTo>
                    <a:pt x="0" y="11488"/>
                  </a:moveTo>
                  <a:cubicBezTo>
                    <a:pt x="487" y="15274"/>
                    <a:pt x="2411" y="21290"/>
                    <a:pt x="3846" y="19628"/>
                  </a:cubicBezTo>
                  <a:cubicBezTo>
                    <a:pt x="4495" y="18877"/>
                    <a:pt x="4749" y="16868"/>
                    <a:pt x="5017" y="14957"/>
                  </a:cubicBezTo>
                  <a:cubicBezTo>
                    <a:pt x="5420" y="12072"/>
                    <a:pt x="5921" y="7692"/>
                    <a:pt x="6882" y="6380"/>
                  </a:cubicBezTo>
                  <a:cubicBezTo>
                    <a:pt x="7909" y="4976"/>
                    <a:pt x="8909" y="7635"/>
                    <a:pt x="9446" y="10215"/>
                  </a:cubicBezTo>
                  <a:cubicBezTo>
                    <a:pt x="10035" y="13042"/>
                    <a:pt x="10932" y="15637"/>
                    <a:pt x="12033" y="14691"/>
                  </a:cubicBezTo>
                  <a:cubicBezTo>
                    <a:pt x="13984" y="13011"/>
                    <a:pt x="12576" y="4396"/>
                    <a:pt x="14172" y="1656"/>
                  </a:cubicBezTo>
                  <a:cubicBezTo>
                    <a:pt x="14906" y="396"/>
                    <a:pt x="15577" y="1880"/>
                    <a:pt x="16102" y="3544"/>
                  </a:cubicBezTo>
                  <a:cubicBezTo>
                    <a:pt x="16745" y="5586"/>
                    <a:pt x="17079" y="7207"/>
                    <a:pt x="18030" y="7490"/>
                  </a:cubicBezTo>
                  <a:cubicBezTo>
                    <a:pt x="18588" y="7656"/>
                    <a:pt x="19101" y="6897"/>
                    <a:pt x="19447" y="5427"/>
                  </a:cubicBezTo>
                  <a:cubicBezTo>
                    <a:pt x="19755" y="4117"/>
                    <a:pt x="19782" y="1393"/>
                    <a:pt x="20208" y="457"/>
                  </a:cubicBezTo>
                  <a:cubicBezTo>
                    <a:pt x="20555" y="-310"/>
                    <a:pt x="21224" y="60"/>
                    <a:pt x="21600" y="337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24" name="PA_组合 131"/>
          <p:cNvGrpSpPr/>
          <p:nvPr>
            <p:custDataLst>
              <p:tags r:id="rId4"/>
            </p:custDataLst>
          </p:nvPr>
        </p:nvGrpSpPr>
        <p:grpSpPr>
          <a:xfrm rot="10800000" flipV="1">
            <a:off x="4089895" y="1843810"/>
            <a:ext cx="1853202" cy="1592622"/>
            <a:chOff x="0" y="0"/>
            <a:chExt cx="1270000" cy="1091425"/>
          </a:xfrm>
        </p:grpSpPr>
        <p:sp>
          <p:nvSpPr>
            <p:cNvPr id="125" name="chenying0907 125"/>
            <p:cNvSpPr/>
            <p:nvPr/>
          </p:nvSpPr>
          <p:spPr>
            <a:xfrm>
              <a:off x="355600" y="266700"/>
              <a:ext cx="648718" cy="808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71" y="15519"/>
                  </a:moveTo>
                  <a:cubicBezTo>
                    <a:pt x="18543" y="17158"/>
                    <a:pt x="18935" y="19724"/>
                    <a:pt x="19275" y="21600"/>
                  </a:cubicBezTo>
                  <a:cubicBezTo>
                    <a:pt x="19609" y="18899"/>
                    <a:pt x="20824" y="15817"/>
                    <a:pt x="21600" y="13143"/>
                  </a:cubicBezTo>
                  <a:lnTo>
                    <a:pt x="0" y="0"/>
                  </a:lnTo>
                  <a:cubicBezTo>
                    <a:pt x="0" y="0"/>
                    <a:pt x="17371" y="15519"/>
                    <a:pt x="17371" y="15519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grpSp>
          <p:nvGrpSpPr>
            <p:cNvPr id="126" name="Group 130"/>
            <p:cNvGrpSpPr/>
            <p:nvPr/>
          </p:nvGrpSpPr>
          <p:grpSpPr>
            <a:xfrm>
              <a:off x="0" y="0"/>
              <a:ext cx="1270000" cy="1091426"/>
              <a:chOff x="0" y="0"/>
              <a:chExt cx="1270000" cy="1091425"/>
            </a:xfrm>
          </p:grpSpPr>
          <p:sp>
            <p:nvSpPr>
              <p:cNvPr id="127" name="chenying0907 126"/>
              <p:cNvSpPr/>
              <p:nvPr/>
            </p:nvSpPr>
            <p:spPr>
              <a:xfrm>
                <a:off x="0" y="0"/>
                <a:ext cx="888592" cy="10914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8516" y="5552"/>
                      <a:pt x="15211" y="10785"/>
                      <a:pt x="21600" y="16688"/>
                    </a:cubicBezTo>
                    <a:cubicBezTo>
                      <a:pt x="18956" y="18979"/>
                      <a:pt x="14998" y="19147"/>
                      <a:pt x="12325" y="21600"/>
                    </a:cubicBezTo>
                    <a:cubicBezTo>
                      <a:pt x="8974" y="17526"/>
                      <a:pt x="8870" y="15376"/>
                      <a:pt x="6637" y="10800"/>
                    </a:cubicBezTo>
                    <a:cubicBezTo>
                      <a:pt x="5366" y="8193"/>
                      <a:pt x="2056" y="2254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28" name="chenying0907 127"/>
              <p:cNvSpPr/>
              <p:nvPr/>
            </p:nvSpPr>
            <p:spPr>
              <a:xfrm>
                <a:off x="0" y="0"/>
                <a:ext cx="1270000" cy="7559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380" y="12054"/>
                    </a:moveTo>
                    <a:cubicBezTo>
                      <a:pt x="11598" y="15147"/>
                      <a:pt x="14200" y="19689"/>
                      <a:pt x="16833" y="21600"/>
                    </a:cubicBezTo>
                    <a:cubicBezTo>
                      <a:pt x="18014" y="19571"/>
                      <a:pt x="20025" y="17911"/>
                      <a:pt x="21600" y="16704"/>
                    </a:cubicBezTo>
                    <a:cubicBezTo>
                      <a:pt x="14953" y="11525"/>
                      <a:pt x="7053" y="3483"/>
                      <a:pt x="0" y="0"/>
                    </a:cubicBezTo>
                    <a:cubicBezTo>
                      <a:pt x="0" y="0"/>
                      <a:pt x="6515" y="8057"/>
                      <a:pt x="9380" y="120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29" name="chenying0907 128"/>
              <p:cNvSpPr/>
              <p:nvPr/>
            </p:nvSpPr>
            <p:spPr>
              <a:xfrm>
                <a:off x="876300" y="762000"/>
                <a:ext cx="127000" cy="3164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068"/>
                    </a:moveTo>
                    <a:cubicBezTo>
                      <a:pt x="5986" y="10255"/>
                      <a:pt x="7989" y="16810"/>
                      <a:pt x="9724" y="21600"/>
                    </a:cubicBezTo>
                    <a:cubicBezTo>
                      <a:pt x="11432" y="14701"/>
                      <a:pt x="17634" y="6830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30" name="chenying0907 129"/>
              <p:cNvSpPr/>
              <p:nvPr/>
            </p:nvSpPr>
            <p:spPr>
              <a:xfrm>
                <a:off x="749300" y="952500"/>
                <a:ext cx="177800" cy="114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5994" y="9254"/>
                      <a:pt x="14545" y="14595"/>
                      <a:pt x="21600" y="21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grpSp>
        <p:nvGrpSpPr>
          <p:cNvPr id="131" name="PA_组合 22"/>
          <p:cNvGrpSpPr/>
          <p:nvPr>
            <p:custDataLst>
              <p:tags r:id="rId5"/>
            </p:custDataLst>
          </p:nvPr>
        </p:nvGrpSpPr>
        <p:grpSpPr>
          <a:xfrm rot="1234529">
            <a:off x="482285" y="2454063"/>
            <a:ext cx="2146377" cy="980262"/>
            <a:chOff x="0" y="-1"/>
            <a:chExt cx="1887191" cy="861891"/>
          </a:xfrm>
        </p:grpSpPr>
        <p:sp>
          <p:nvSpPr>
            <p:cNvPr id="132" name="chenying0907 20"/>
            <p:cNvSpPr/>
            <p:nvPr/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3" name="chenying0907 21"/>
            <p:cNvSpPr/>
            <p:nvPr/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34" name="PA_chenying0907 148"/>
          <p:cNvSpPr/>
          <p:nvPr>
            <p:custDataLst>
              <p:tags r:id="rId6"/>
            </p:custDataLst>
          </p:nvPr>
        </p:nvSpPr>
        <p:spPr>
          <a:xfrm>
            <a:off x="7099461" y="1835406"/>
            <a:ext cx="3193115" cy="2971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sz="12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KEEP CURIOSITY.THE POWER OF CHANCE.</a:t>
            </a:r>
            <a:endParaRPr lang="en-US" sz="12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35" name="PA_组合 22"/>
          <p:cNvGrpSpPr/>
          <p:nvPr>
            <p:custDataLst>
              <p:tags r:id="rId7"/>
            </p:custDataLst>
          </p:nvPr>
        </p:nvGrpSpPr>
        <p:grpSpPr>
          <a:xfrm rot="2133593">
            <a:off x="3993938" y="5500414"/>
            <a:ext cx="588962" cy="268982"/>
            <a:chOff x="0" y="-1"/>
            <a:chExt cx="1887191" cy="861891"/>
          </a:xfrm>
        </p:grpSpPr>
        <p:sp>
          <p:nvSpPr>
            <p:cNvPr id="36" name="chenying0907 20"/>
            <p:cNvSpPr/>
            <p:nvPr/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37" name="chenying0907 21"/>
            <p:cNvSpPr/>
            <p:nvPr/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pic>
        <p:nvPicPr>
          <p:cNvPr id="2" name="图片 1" descr="decoration_Gee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325" y="189230"/>
            <a:ext cx="1614805" cy="81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3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nying0907 175"/>
          <p:cNvSpPr/>
          <p:nvPr/>
        </p:nvSpPr>
        <p:spPr>
          <a:xfrm>
            <a:off x="1323576" y="1027261"/>
            <a:ext cx="6376546" cy="4170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3" h="21600" extrusionOk="0">
                <a:moveTo>
                  <a:pt x="6742" y="16124"/>
                </a:moveTo>
                <a:cubicBezTo>
                  <a:pt x="5374" y="16910"/>
                  <a:pt x="3929" y="20482"/>
                  <a:pt x="3478" y="21600"/>
                </a:cubicBezTo>
                <a:cubicBezTo>
                  <a:pt x="3702" y="19782"/>
                  <a:pt x="4191" y="18074"/>
                  <a:pt x="4233" y="16234"/>
                </a:cubicBezTo>
                <a:cubicBezTo>
                  <a:pt x="3426" y="16656"/>
                  <a:pt x="2554" y="16263"/>
                  <a:pt x="1729" y="16378"/>
                </a:cubicBezTo>
                <a:cubicBezTo>
                  <a:pt x="1648" y="11313"/>
                  <a:pt x="1059" y="5533"/>
                  <a:pt x="0" y="631"/>
                </a:cubicBezTo>
                <a:cubicBezTo>
                  <a:pt x="4095" y="977"/>
                  <a:pt x="8091" y="628"/>
                  <a:pt x="12162" y="358"/>
                </a:cubicBezTo>
                <a:cubicBezTo>
                  <a:pt x="14982" y="171"/>
                  <a:pt x="18216" y="0"/>
                  <a:pt x="21204" y="0"/>
                </a:cubicBezTo>
                <a:cubicBezTo>
                  <a:pt x="21600" y="812"/>
                  <a:pt x="21523" y="2642"/>
                  <a:pt x="21419" y="3597"/>
                </a:cubicBezTo>
                <a:lnTo>
                  <a:pt x="6120" y="4060"/>
                </a:lnTo>
                <a:cubicBezTo>
                  <a:pt x="6120" y="4060"/>
                  <a:pt x="6742" y="16124"/>
                  <a:pt x="6742" y="16124"/>
                </a:cubicBezTo>
                <a:close/>
              </a:path>
            </a:pathLst>
          </a:custGeom>
          <a:solidFill>
            <a:srgbClr val="E7E4EA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sp>
        <p:nvSpPr>
          <p:cNvPr id="11" name="chenying0907 182"/>
          <p:cNvSpPr/>
          <p:nvPr/>
        </p:nvSpPr>
        <p:spPr>
          <a:xfrm>
            <a:off x="3136695" y="1720772"/>
            <a:ext cx="7199061" cy="4779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3" h="21444" extrusionOk="0">
                <a:moveTo>
                  <a:pt x="9587" y="16461"/>
                </a:moveTo>
                <a:cubicBezTo>
                  <a:pt x="7137" y="17180"/>
                  <a:pt x="4338" y="16988"/>
                  <a:pt x="1871" y="17887"/>
                </a:cubicBezTo>
                <a:cubicBezTo>
                  <a:pt x="741" y="15455"/>
                  <a:pt x="1259" y="12409"/>
                  <a:pt x="871" y="9752"/>
                </a:cubicBezTo>
                <a:cubicBezTo>
                  <a:pt x="413" y="6611"/>
                  <a:pt x="-151" y="3747"/>
                  <a:pt x="36" y="488"/>
                </a:cubicBezTo>
                <a:cubicBezTo>
                  <a:pt x="4480" y="149"/>
                  <a:pt x="9014" y="-156"/>
                  <a:pt x="13493" y="87"/>
                </a:cubicBezTo>
                <a:cubicBezTo>
                  <a:pt x="15942" y="221"/>
                  <a:pt x="18443" y="1027"/>
                  <a:pt x="20887" y="604"/>
                </a:cubicBezTo>
                <a:cubicBezTo>
                  <a:pt x="21449" y="2041"/>
                  <a:pt x="20999" y="15633"/>
                  <a:pt x="21352" y="15738"/>
                </a:cubicBezTo>
                <a:cubicBezTo>
                  <a:pt x="18614" y="14924"/>
                  <a:pt x="16128" y="15633"/>
                  <a:pt x="13384" y="15578"/>
                </a:cubicBezTo>
                <a:cubicBezTo>
                  <a:pt x="14206" y="17474"/>
                  <a:pt x="14961" y="19421"/>
                  <a:pt x="15578" y="21444"/>
                </a:cubicBezTo>
                <a:cubicBezTo>
                  <a:pt x="15386" y="20814"/>
                  <a:pt x="11222" y="16709"/>
                  <a:pt x="10628" y="16085"/>
                </a:cubicBezTo>
                <a:cubicBezTo>
                  <a:pt x="10290" y="16233"/>
                  <a:pt x="9942" y="16357"/>
                  <a:pt x="9587" y="16461"/>
                </a:cubicBezTo>
                <a:close/>
              </a:path>
            </a:pathLst>
          </a:custGeom>
          <a:noFill/>
          <a:ln w="38100" cap="flat">
            <a:solidFill>
              <a:srgbClr val="46537A"/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sp>
        <p:nvSpPr>
          <p:cNvPr id="12" name="chenying0907 148"/>
          <p:cNvSpPr/>
          <p:nvPr/>
        </p:nvSpPr>
        <p:spPr>
          <a:xfrm>
            <a:off x="3851275" y="2354580"/>
            <a:ext cx="6233795" cy="25342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indent="457200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在整个考核期间，我按时完成了各个阶段的任务，有序完成了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GitHub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账号搭建、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Markdown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语法掌握、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版本管理实操以及前端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HTML/CSS/JS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基础的学习。学习过程中，我会先用平板听网课并记笔记，最后转成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Markdown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笔记并上传。期间遇到过许多问题，我会先翻笔记自己解决，解决不了就问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。我的</a:t>
            </a:r>
            <a:r>
              <a:rPr lang="en-US" alt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mentor</a:t>
            </a:r>
            <a:r>
              <a:rPr lang="zh-CN" altLang="en-US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也有提出一些问题和建议，我都有尽力去改正、钻研、完善。</a:t>
            </a:r>
            <a:endParaRPr lang="zh-CN" altLang="en-US" sz="18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12019" y="613758"/>
            <a:ext cx="14401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66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PRE</a:t>
            </a:r>
            <a:endParaRPr kumimoji="1" lang="en-US" altLang="zh-CN" sz="66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bldLvl="0" animBg="1"/>
      <p:bldP spid="12" grpId="0" bldLvl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73779" y="2006606"/>
            <a:ext cx="2079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72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目录</a:t>
            </a:r>
            <a:endParaRPr kumimoji="1" lang="zh-CN" altLang="en-US" sz="72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410136" y="170405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阶段一</a:t>
            </a:r>
            <a:endParaRPr kumimoji="1" lang="en-US" altLang="zh-CN" sz="28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20767" y="1355250"/>
            <a:ext cx="30155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48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Contents</a:t>
            </a:r>
            <a:endParaRPr kumimoji="1" lang="zh-CN" altLang="en-US" sz="48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68" name="组 67"/>
          <p:cNvGrpSpPr/>
          <p:nvPr>
            <p:custDataLst>
              <p:tags r:id="rId2"/>
            </p:custDataLst>
          </p:nvPr>
        </p:nvGrpSpPr>
        <p:grpSpPr>
          <a:xfrm>
            <a:off x="6528664" y="1618363"/>
            <a:ext cx="714896" cy="842464"/>
            <a:chOff x="6528664" y="1618363"/>
            <a:chExt cx="714896" cy="842464"/>
          </a:xfrm>
        </p:grpSpPr>
        <p:sp>
          <p:nvSpPr>
            <p:cNvPr id="27" name="chenying0907 232"/>
            <p:cNvSpPr/>
            <p:nvPr>
              <p:custDataLst>
                <p:tags r:id="rId3"/>
              </p:custDataLst>
            </p:nvPr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accent4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28" name="文本框 27"/>
            <p:cNvSpPr txBox="1"/>
            <p:nvPr>
              <p:custDataLst>
                <p:tags r:id="rId4"/>
              </p:custDataLst>
            </p:nvPr>
          </p:nvSpPr>
          <p:spPr>
            <a:xfrm>
              <a:off x="6722231" y="1808762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1</a:t>
              </a:r>
              <a:endParaRPr kumimoji="1" lang="zh-CN" altLang="en-US" sz="2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grpSp>
        <p:nvGrpSpPr>
          <p:cNvPr id="55" name="Group 98"/>
          <p:cNvGrpSpPr/>
          <p:nvPr/>
        </p:nvGrpSpPr>
        <p:grpSpPr>
          <a:xfrm>
            <a:off x="-7636560" y="4658289"/>
            <a:ext cx="14520706" cy="15082672"/>
            <a:chOff x="0" y="0"/>
            <a:chExt cx="1232382" cy="1280079"/>
          </a:xfrm>
        </p:grpSpPr>
        <p:sp>
          <p:nvSpPr>
            <p:cNvPr id="56" name="chenying0907 92"/>
            <p:cNvSpPr/>
            <p:nvPr/>
          </p:nvSpPr>
          <p:spPr>
            <a:xfrm>
              <a:off x="63500" y="431806"/>
              <a:ext cx="1168883" cy="848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9" h="20335" extrusionOk="0">
                  <a:moveTo>
                    <a:pt x="13379" y="9888"/>
                  </a:moveTo>
                  <a:cubicBezTo>
                    <a:pt x="16156" y="7987"/>
                    <a:pt x="19260" y="4290"/>
                    <a:pt x="20047" y="0"/>
                  </a:cubicBezTo>
                  <a:cubicBezTo>
                    <a:pt x="21600" y="7245"/>
                    <a:pt x="19676" y="14890"/>
                    <a:pt x="14434" y="18706"/>
                  </a:cubicBezTo>
                  <a:cubicBezTo>
                    <a:pt x="10460" y="21600"/>
                    <a:pt x="5646" y="20542"/>
                    <a:pt x="2448" y="16290"/>
                  </a:cubicBezTo>
                  <a:cubicBezTo>
                    <a:pt x="1349" y="14829"/>
                    <a:pt x="841" y="13153"/>
                    <a:pt x="0" y="11506"/>
                  </a:cubicBezTo>
                  <a:cubicBezTo>
                    <a:pt x="415" y="12319"/>
                    <a:pt x="2222" y="12745"/>
                    <a:pt x="2888" y="12873"/>
                  </a:cubicBezTo>
                  <a:cubicBezTo>
                    <a:pt x="4049" y="13097"/>
                    <a:pt x="5240" y="12941"/>
                    <a:pt x="6395" y="12727"/>
                  </a:cubicBezTo>
                  <a:cubicBezTo>
                    <a:pt x="8821" y="12276"/>
                    <a:pt x="11185" y="11390"/>
                    <a:pt x="13379" y="988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57" name="chenying0907 93"/>
            <p:cNvSpPr/>
            <p:nvPr/>
          </p:nvSpPr>
          <p:spPr>
            <a:xfrm>
              <a:off x="0" y="6"/>
              <a:ext cx="1229464" cy="1277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4" h="17624" extrusionOk="0">
                  <a:moveTo>
                    <a:pt x="18089" y="13212"/>
                  </a:moveTo>
                  <a:cubicBezTo>
                    <a:pt x="20793" y="8665"/>
                    <a:pt x="19051" y="1688"/>
                    <a:pt x="12580" y="249"/>
                  </a:cubicBezTo>
                  <a:cubicBezTo>
                    <a:pt x="5779" y="-1264"/>
                    <a:pt x="-807" y="4397"/>
                    <a:pt x="81" y="10133"/>
                  </a:cubicBezTo>
                  <a:cubicBezTo>
                    <a:pt x="1215" y="17455"/>
                    <a:pt x="11799" y="20336"/>
                    <a:pt x="17105" y="14539"/>
                  </a:cubicBezTo>
                  <a:cubicBezTo>
                    <a:pt x="17481" y="14129"/>
                    <a:pt x="17809" y="13683"/>
                    <a:pt x="18089" y="13212"/>
                  </a:cubicBezTo>
                  <a:close/>
                </a:path>
              </a:pathLst>
            </a:custGeom>
            <a:noFill/>
            <a:ln w="762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58" name="chenying0907 94"/>
            <p:cNvSpPr/>
            <p:nvPr/>
          </p:nvSpPr>
          <p:spPr>
            <a:xfrm flipH="1" flipV="1">
              <a:off x="598375" y="0"/>
              <a:ext cx="12664" cy="1275141"/>
            </a:xfrm>
            <a:prstGeom prst="line">
              <a:avLst/>
            </a:pr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" name="chenying0907 95"/>
            <p:cNvSpPr/>
            <p:nvPr/>
          </p:nvSpPr>
          <p:spPr>
            <a:xfrm>
              <a:off x="228599" y="6"/>
              <a:ext cx="761433" cy="126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7" h="18273" extrusionOk="0">
                  <a:moveTo>
                    <a:pt x="12391" y="18096"/>
                  </a:moveTo>
                  <a:cubicBezTo>
                    <a:pt x="20299" y="16704"/>
                    <a:pt x="20971" y="9754"/>
                    <a:pt x="20010" y="6028"/>
                  </a:cubicBezTo>
                  <a:cubicBezTo>
                    <a:pt x="19534" y="4185"/>
                    <a:pt x="18487" y="1426"/>
                    <a:pt x="14982" y="544"/>
                  </a:cubicBezTo>
                  <a:cubicBezTo>
                    <a:pt x="3960" y="-2230"/>
                    <a:pt x="-629" y="6301"/>
                    <a:pt x="69" y="10363"/>
                  </a:cubicBezTo>
                  <a:cubicBezTo>
                    <a:pt x="598" y="13437"/>
                    <a:pt x="5155" y="19370"/>
                    <a:pt x="12391" y="18096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0" name="chenying0907 96"/>
            <p:cNvSpPr/>
            <p:nvPr/>
          </p:nvSpPr>
          <p:spPr>
            <a:xfrm>
              <a:off x="50800" y="381006"/>
              <a:ext cx="1143000" cy="53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084" extrusionOk="0">
                  <a:moveTo>
                    <a:pt x="0" y="10975"/>
                  </a:moveTo>
                  <a:cubicBezTo>
                    <a:pt x="5633" y="-4190"/>
                    <a:pt x="11507" y="-2443"/>
                    <a:pt x="17154" y="8930"/>
                  </a:cubicBezTo>
                  <a:cubicBezTo>
                    <a:pt x="18363" y="11362"/>
                    <a:pt x="19610" y="11211"/>
                    <a:pt x="20810" y="14623"/>
                  </a:cubicBezTo>
                  <a:cubicBezTo>
                    <a:pt x="21087" y="15412"/>
                    <a:pt x="21308" y="17410"/>
                    <a:pt x="21600" y="1703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1" name="chenying0907 97"/>
            <p:cNvSpPr/>
            <p:nvPr/>
          </p:nvSpPr>
          <p:spPr>
            <a:xfrm>
              <a:off x="38100" y="825506"/>
              <a:ext cx="1163030" cy="32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83" extrusionOk="0">
                  <a:moveTo>
                    <a:pt x="0" y="13166"/>
                  </a:moveTo>
                  <a:cubicBezTo>
                    <a:pt x="1349" y="4232"/>
                    <a:pt x="2977" y="14571"/>
                    <a:pt x="4335" y="16158"/>
                  </a:cubicBezTo>
                  <a:cubicBezTo>
                    <a:pt x="8003" y="20406"/>
                    <a:pt x="11670" y="21600"/>
                    <a:pt x="15337" y="15282"/>
                  </a:cubicBezTo>
                  <a:cubicBezTo>
                    <a:pt x="17520" y="11503"/>
                    <a:pt x="19444" y="14571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62" name="Group 22"/>
          <p:cNvGrpSpPr/>
          <p:nvPr/>
        </p:nvGrpSpPr>
        <p:grpSpPr>
          <a:xfrm rot="1234529">
            <a:off x="482285" y="2454063"/>
            <a:ext cx="2146377" cy="980262"/>
            <a:chOff x="0" y="-1"/>
            <a:chExt cx="1887191" cy="861891"/>
          </a:xfrm>
        </p:grpSpPr>
        <p:sp>
          <p:nvSpPr>
            <p:cNvPr id="63" name="chenying0907 20"/>
            <p:cNvSpPr/>
            <p:nvPr/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4" name="chenying0907 21"/>
            <p:cNvSpPr/>
            <p:nvPr/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65" name="Group 22"/>
          <p:cNvGrpSpPr/>
          <p:nvPr/>
        </p:nvGrpSpPr>
        <p:grpSpPr>
          <a:xfrm rot="2133593">
            <a:off x="3993938" y="5500414"/>
            <a:ext cx="588962" cy="268982"/>
            <a:chOff x="0" y="-1"/>
            <a:chExt cx="1887191" cy="861891"/>
          </a:xfrm>
        </p:grpSpPr>
        <p:sp>
          <p:nvSpPr>
            <p:cNvPr id="66" name="chenying0907 20"/>
            <p:cNvSpPr/>
            <p:nvPr/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7" name="chenying0907 21"/>
            <p:cNvSpPr/>
            <p:nvPr/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72" name="文本框 71"/>
          <p:cNvSpPr txBox="1"/>
          <p:nvPr>
            <p:custDataLst>
              <p:tags r:id="rId5"/>
            </p:custDataLst>
          </p:nvPr>
        </p:nvSpPr>
        <p:spPr>
          <a:xfrm>
            <a:off x="8019201" y="282419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阶段二</a:t>
            </a:r>
            <a:endParaRPr kumimoji="1" lang="zh-CN" altLang="en-US" sz="28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73" name="组 72"/>
          <p:cNvGrpSpPr/>
          <p:nvPr>
            <p:custDataLst>
              <p:tags r:id="rId6"/>
            </p:custDataLst>
          </p:nvPr>
        </p:nvGrpSpPr>
        <p:grpSpPr>
          <a:xfrm>
            <a:off x="7137729" y="2738504"/>
            <a:ext cx="714896" cy="842464"/>
            <a:chOff x="6528664" y="1618363"/>
            <a:chExt cx="714896" cy="842464"/>
          </a:xfrm>
        </p:grpSpPr>
        <p:sp>
          <p:nvSpPr>
            <p:cNvPr id="74" name="chenying0907 232"/>
            <p:cNvSpPr/>
            <p:nvPr>
              <p:custDataLst>
                <p:tags r:id="rId7"/>
              </p:custDataLst>
            </p:nvPr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accent4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5" name="文本框 74"/>
            <p:cNvSpPr txBox="1"/>
            <p:nvPr>
              <p:custDataLst>
                <p:tags r:id="rId8"/>
              </p:custDataLst>
            </p:nvPr>
          </p:nvSpPr>
          <p:spPr>
            <a:xfrm>
              <a:off x="6722231" y="180876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2</a:t>
              </a:r>
              <a:endParaRPr kumimoji="1" lang="zh-CN" altLang="en-US" sz="2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sp>
        <p:nvSpPr>
          <p:cNvPr id="76" name="文本框 75"/>
          <p:cNvSpPr txBox="1"/>
          <p:nvPr>
            <p:custDataLst>
              <p:tags r:id="rId9"/>
            </p:custDataLst>
          </p:nvPr>
        </p:nvSpPr>
        <p:spPr>
          <a:xfrm>
            <a:off x="7494995" y="394474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阶段三</a:t>
            </a:r>
            <a:endParaRPr kumimoji="1" lang="zh-CN" altLang="en-US" sz="28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77" name="组 76"/>
          <p:cNvGrpSpPr/>
          <p:nvPr>
            <p:custDataLst>
              <p:tags r:id="rId10"/>
            </p:custDataLst>
          </p:nvPr>
        </p:nvGrpSpPr>
        <p:grpSpPr>
          <a:xfrm>
            <a:off x="6613523" y="3859048"/>
            <a:ext cx="714896" cy="842464"/>
            <a:chOff x="6528664" y="1618363"/>
            <a:chExt cx="714896" cy="842464"/>
          </a:xfrm>
        </p:grpSpPr>
        <p:sp>
          <p:nvSpPr>
            <p:cNvPr id="78" name="chenying0907 232"/>
            <p:cNvSpPr/>
            <p:nvPr>
              <p:custDataLst>
                <p:tags r:id="rId11"/>
              </p:custDataLst>
            </p:nvPr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accent4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9" name="文本框 78"/>
            <p:cNvSpPr txBox="1"/>
            <p:nvPr>
              <p:custDataLst>
                <p:tags r:id="rId12"/>
              </p:custDataLst>
            </p:nvPr>
          </p:nvSpPr>
          <p:spPr>
            <a:xfrm>
              <a:off x="6722231" y="1808762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3</a:t>
              </a:r>
              <a:endParaRPr kumimoji="1" lang="zh-CN" altLang="en-US" sz="2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sp>
        <p:nvSpPr>
          <p:cNvPr id="80" name="文本框 79"/>
          <p:cNvSpPr txBox="1"/>
          <p:nvPr>
            <p:custDataLst>
              <p:tags r:id="rId13"/>
            </p:custDataLst>
          </p:nvPr>
        </p:nvSpPr>
        <p:spPr>
          <a:xfrm>
            <a:off x="8104060" y="5064881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阶段四</a:t>
            </a:r>
            <a:endParaRPr kumimoji="1" lang="zh-CN" altLang="en-US" sz="28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81" name="组 80"/>
          <p:cNvGrpSpPr/>
          <p:nvPr>
            <p:custDataLst>
              <p:tags r:id="rId14"/>
            </p:custDataLst>
          </p:nvPr>
        </p:nvGrpSpPr>
        <p:grpSpPr>
          <a:xfrm>
            <a:off x="7222588" y="4979189"/>
            <a:ext cx="714896" cy="842464"/>
            <a:chOff x="6528664" y="1618363"/>
            <a:chExt cx="714896" cy="842464"/>
          </a:xfrm>
        </p:grpSpPr>
        <p:sp>
          <p:nvSpPr>
            <p:cNvPr id="82" name="chenying0907 232"/>
            <p:cNvSpPr/>
            <p:nvPr>
              <p:custDataLst>
                <p:tags r:id="rId15"/>
              </p:custDataLst>
            </p:nvPr>
          </p:nvSpPr>
          <p:spPr>
            <a:xfrm>
              <a:off x="6528664" y="1618363"/>
              <a:ext cx="714896" cy="84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9"/>
                  </a:moveTo>
                  <a:cubicBezTo>
                    <a:pt x="5348" y="11844"/>
                    <a:pt x="8764" y="3907"/>
                    <a:pt x="11380" y="0"/>
                  </a:cubicBezTo>
                  <a:cubicBezTo>
                    <a:pt x="11376" y="5932"/>
                    <a:pt x="16649" y="9489"/>
                    <a:pt x="21600" y="13177"/>
                  </a:cubicBezTo>
                  <a:cubicBezTo>
                    <a:pt x="16544" y="13853"/>
                    <a:pt x="13668" y="17355"/>
                    <a:pt x="11962" y="21600"/>
                  </a:cubicBezTo>
                  <a:cubicBezTo>
                    <a:pt x="10717" y="16355"/>
                    <a:pt x="5962" y="13260"/>
                    <a:pt x="0" y="12019"/>
                  </a:cubicBezTo>
                </a:path>
              </a:pathLst>
            </a:custGeom>
            <a:solidFill>
              <a:schemeClr val="accent4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83" name="文本框 82"/>
            <p:cNvSpPr txBox="1"/>
            <p:nvPr>
              <p:custDataLst>
                <p:tags r:id="rId16"/>
              </p:custDataLst>
            </p:nvPr>
          </p:nvSpPr>
          <p:spPr>
            <a:xfrm>
              <a:off x="6722231" y="1808762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4</a:t>
              </a:r>
              <a:endParaRPr kumimoji="1" lang="zh-CN" altLang="en-US" sz="2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72" grpId="0"/>
      <p:bldP spid="76" grpId="0"/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93920" y="4002405"/>
            <a:ext cx="2098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36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阶段一</a:t>
            </a:r>
            <a:endParaRPr kumimoji="1" lang="zh-CN" altLang="en-US" sz="36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1798278" y="-226774"/>
            <a:ext cx="8602626" cy="8079856"/>
            <a:chOff x="0" y="0"/>
            <a:chExt cx="2335459" cy="2193537"/>
          </a:xfrm>
        </p:grpSpPr>
        <p:sp>
          <p:nvSpPr>
            <p:cNvPr id="3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3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34" name="chenying0907 68"/>
            <p:cNvSpPr/>
            <p:nvPr/>
          </p:nvSpPr>
          <p:spPr>
            <a:xfrm>
              <a:off x="1130300" y="1600199"/>
              <a:ext cx="16672" cy="33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35" name="chenying0907 69"/>
            <p:cNvSpPr/>
            <p:nvPr/>
          </p:nvSpPr>
          <p:spPr>
            <a:xfrm>
              <a:off x="990600" y="1955799"/>
              <a:ext cx="284801" cy="237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35" h="17669" extrusionOk="0">
                  <a:moveTo>
                    <a:pt x="13789" y="13529"/>
                  </a:moveTo>
                  <a:cubicBezTo>
                    <a:pt x="19485" y="4044"/>
                    <a:pt x="10745" y="-2666"/>
                    <a:pt x="4561" y="1034"/>
                  </a:cubicBezTo>
                  <a:cubicBezTo>
                    <a:pt x="-65" y="3803"/>
                    <a:pt x="-2115" y="11785"/>
                    <a:pt x="2972" y="15848"/>
                  </a:cubicBezTo>
                  <a:cubicBezTo>
                    <a:pt x="6834" y="18934"/>
                    <a:pt x="11071" y="18055"/>
                    <a:pt x="13789" y="1352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2" name="组 1"/>
          <p:cNvGrpSpPr/>
          <p:nvPr/>
        </p:nvGrpSpPr>
        <p:grpSpPr>
          <a:xfrm>
            <a:off x="4431238" y="1508012"/>
            <a:ext cx="2360904" cy="2195308"/>
            <a:chOff x="4431238" y="1508012"/>
            <a:chExt cx="2360904" cy="2195308"/>
          </a:xfrm>
        </p:grpSpPr>
        <p:sp>
          <p:nvSpPr>
            <p:cNvPr id="3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rgbClr val="FDD67A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08060" y="1833012"/>
              <a:ext cx="65594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8000">
                  <a:solidFill>
                    <a:schemeClr val="tx2"/>
                  </a:solidFill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1</a:t>
              </a:r>
              <a:endParaRPr kumimoji="1" lang="zh-CN" altLang="en-US" sz="8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/>
        </p:nvGrpSpPr>
        <p:grpSpPr>
          <a:xfrm>
            <a:off x="366395" y="1957070"/>
            <a:ext cx="2092325" cy="2516505"/>
            <a:chOff x="953326" y="1604200"/>
            <a:chExt cx="3203818" cy="3649107"/>
          </a:xfrm>
          <a:solidFill>
            <a:srgbClr val="F8F6F3"/>
          </a:solidFill>
        </p:grpSpPr>
        <p:grpSp>
          <p:nvGrpSpPr>
            <p:cNvPr id="2" name="Group 24"/>
            <p:cNvGrpSpPr/>
            <p:nvPr/>
          </p:nvGrpSpPr>
          <p:grpSpPr>
            <a:xfrm rot="19960150">
              <a:off x="3473071" y="1919475"/>
              <a:ext cx="660855" cy="3333832"/>
              <a:chOff x="0" y="-1"/>
              <a:chExt cx="222665" cy="1123294"/>
            </a:xfrm>
            <a:grpFill/>
          </p:grpSpPr>
          <p:sp>
            <p:nvSpPr>
              <p:cNvPr id="3" name="chenying0907 20"/>
              <p:cNvSpPr/>
              <p:nvPr/>
            </p:nvSpPr>
            <p:spPr>
              <a:xfrm>
                <a:off x="12679" y="165100"/>
                <a:ext cx="209986" cy="742430"/>
              </a:xfrm>
              <a:custGeom>
                <a:avLst/>
                <a:gdLst>
                  <a:gd name="connsiteX0" fmla="*/ 19779 w 20578"/>
                  <a:gd name="connsiteY0" fmla="*/ 21600 h 21600"/>
                  <a:gd name="connsiteX1" fmla="*/ 19877 w 20578"/>
                  <a:gd name="connsiteY1" fmla="*/ 17107 h 21600"/>
                  <a:gd name="connsiteX2" fmla="*/ 15824 w 20578"/>
                  <a:gd name="connsiteY2" fmla="*/ 0 h 21600"/>
                  <a:gd name="connsiteX3" fmla="*/ 1 w 20578"/>
                  <a:gd name="connsiteY3" fmla="*/ 0 h 21600"/>
                  <a:gd name="connsiteX4" fmla="*/ 775 w 20578"/>
                  <a:gd name="connsiteY4" fmla="*/ 1843 h 21600"/>
                  <a:gd name="connsiteX5" fmla="*/ 1506 w 20578"/>
                  <a:gd name="connsiteY5" fmla="*/ 15903 h 21600"/>
                  <a:gd name="connsiteX6" fmla="*/ 37 w 20578"/>
                  <a:gd name="connsiteY6" fmla="*/ 21376 h 21600"/>
                  <a:gd name="connsiteX0-1" fmla="*/ 19781 w 20580"/>
                  <a:gd name="connsiteY0-2" fmla="*/ 21600 h 21600"/>
                  <a:gd name="connsiteX1-3" fmla="*/ 19879 w 20580"/>
                  <a:gd name="connsiteY1-4" fmla="*/ 17107 h 21600"/>
                  <a:gd name="connsiteX2-5" fmla="*/ 15826 w 20580"/>
                  <a:gd name="connsiteY2-6" fmla="*/ 0 h 21600"/>
                  <a:gd name="connsiteX3-7" fmla="*/ 3 w 20580"/>
                  <a:gd name="connsiteY3-8" fmla="*/ 0 h 21600"/>
                  <a:gd name="connsiteX4-9" fmla="*/ 777 w 20580"/>
                  <a:gd name="connsiteY4-10" fmla="*/ 1843 h 21600"/>
                  <a:gd name="connsiteX5-11" fmla="*/ 1362 w 20580"/>
                  <a:gd name="connsiteY5-12" fmla="*/ 16761 h 21600"/>
                  <a:gd name="connsiteX6-13" fmla="*/ 39 w 20580"/>
                  <a:gd name="connsiteY6-14" fmla="*/ 21376 h 21600"/>
                  <a:gd name="connsiteX0-15" fmla="*/ 19781 w 20580"/>
                  <a:gd name="connsiteY0-16" fmla="*/ 22107 h 22107"/>
                  <a:gd name="connsiteX1-17" fmla="*/ 19879 w 20580"/>
                  <a:gd name="connsiteY1-18" fmla="*/ 17614 h 22107"/>
                  <a:gd name="connsiteX2-19" fmla="*/ 16092 w 20580"/>
                  <a:gd name="connsiteY2-20" fmla="*/ 1554 h 22107"/>
                  <a:gd name="connsiteX3-21" fmla="*/ 15826 w 20580"/>
                  <a:gd name="connsiteY3-22" fmla="*/ 507 h 22107"/>
                  <a:gd name="connsiteX4-23" fmla="*/ 3 w 20580"/>
                  <a:gd name="connsiteY4-24" fmla="*/ 507 h 22107"/>
                  <a:gd name="connsiteX5-25" fmla="*/ 777 w 20580"/>
                  <a:gd name="connsiteY5-26" fmla="*/ 2350 h 22107"/>
                  <a:gd name="connsiteX6-27" fmla="*/ 1362 w 20580"/>
                  <a:gd name="connsiteY6-28" fmla="*/ 17268 h 22107"/>
                  <a:gd name="connsiteX7" fmla="*/ 39 w 20580"/>
                  <a:gd name="connsiteY7" fmla="*/ 21883 h 22107"/>
                  <a:gd name="connsiteX0-29" fmla="*/ 19781 w 20580"/>
                  <a:gd name="connsiteY0-30" fmla="*/ 21600 h 21600"/>
                  <a:gd name="connsiteX1-31" fmla="*/ 19879 w 20580"/>
                  <a:gd name="connsiteY1-32" fmla="*/ 17107 h 21600"/>
                  <a:gd name="connsiteX2-33" fmla="*/ 17646 w 20580"/>
                  <a:gd name="connsiteY2-34" fmla="*/ 7130 h 21600"/>
                  <a:gd name="connsiteX3-35" fmla="*/ 16092 w 20580"/>
                  <a:gd name="connsiteY3-36" fmla="*/ 1047 h 21600"/>
                  <a:gd name="connsiteX4-37" fmla="*/ 15826 w 20580"/>
                  <a:gd name="connsiteY4-38" fmla="*/ 0 h 21600"/>
                  <a:gd name="connsiteX5-39" fmla="*/ 3 w 20580"/>
                  <a:gd name="connsiteY5-40" fmla="*/ 0 h 21600"/>
                  <a:gd name="connsiteX6-41" fmla="*/ 777 w 20580"/>
                  <a:gd name="connsiteY6-42" fmla="*/ 1843 h 21600"/>
                  <a:gd name="connsiteX7-43" fmla="*/ 1362 w 20580"/>
                  <a:gd name="connsiteY7-44" fmla="*/ 16761 h 21600"/>
                  <a:gd name="connsiteX8" fmla="*/ 39 w 20580"/>
                  <a:gd name="connsiteY8" fmla="*/ 21376 h 21600"/>
                  <a:gd name="connsiteX0-45" fmla="*/ 19781 w 20655"/>
                  <a:gd name="connsiteY0-46" fmla="*/ 21600 h 21600"/>
                  <a:gd name="connsiteX1-47" fmla="*/ 19879 w 20655"/>
                  <a:gd name="connsiteY1-48" fmla="*/ 17107 h 21600"/>
                  <a:gd name="connsiteX2-49" fmla="*/ 16092 w 20655"/>
                  <a:gd name="connsiteY2-50" fmla="*/ 1047 h 21600"/>
                  <a:gd name="connsiteX3-51" fmla="*/ 15826 w 20655"/>
                  <a:gd name="connsiteY3-52" fmla="*/ 0 h 21600"/>
                  <a:gd name="connsiteX4-53" fmla="*/ 3 w 20655"/>
                  <a:gd name="connsiteY4-54" fmla="*/ 0 h 21600"/>
                  <a:gd name="connsiteX5-55" fmla="*/ 777 w 20655"/>
                  <a:gd name="connsiteY5-56" fmla="*/ 1843 h 21600"/>
                  <a:gd name="connsiteX6-57" fmla="*/ 1362 w 20655"/>
                  <a:gd name="connsiteY6-58" fmla="*/ 16761 h 21600"/>
                  <a:gd name="connsiteX7-59" fmla="*/ 39 w 20655"/>
                  <a:gd name="connsiteY7-60" fmla="*/ 21376 h 21600"/>
                  <a:gd name="connsiteX0-61" fmla="*/ 19781 w 20655"/>
                  <a:gd name="connsiteY0-62" fmla="*/ 21600 h 21600"/>
                  <a:gd name="connsiteX1-63" fmla="*/ 19879 w 20655"/>
                  <a:gd name="connsiteY1-64" fmla="*/ 17107 h 21600"/>
                  <a:gd name="connsiteX2-65" fmla="*/ 17432 w 20655"/>
                  <a:gd name="connsiteY2-66" fmla="*/ 7098 h 21600"/>
                  <a:gd name="connsiteX3-67" fmla="*/ 16092 w 20655"/>
                  <a:gd name="connsiteY3-68" fmla="*/ 1047 h 21600"/>
                  <a:gd name="connsiteX4-69" fmla="*/ 15826 w 20655"/>
                  <a:gd name="connsiteY4-70" fmla="*/ 0 h 21600"/>
                  <a:gd name="connsiteX5-71" fmla="*/ 3 w 20655"/>
                  <a:gd name="connsiteY5-72" fmla="*/ 0 h 21600"/>
                  <a:gd name="connsiteX6-73" fmla="*/ 777 w 20655"/>
                  <a:gd name="connsiteY6-74" fmla="*/ 1843 h 21600"/>
                  <a:gd name="connsiteX7-75" fmla="*/ 1362 w 20655"/>
                  <a:gd name="connsiteY7-76" fmla="*/ 16761 h 21600"/>
                  <a:gd name="connsiteX8-77" fmla="*/ 39 w 20655"/>
                  <a:gd name="connsiteY8-78" fmla="*/ 21376 h 21600"/>
                  <a:gd name="connsiteX0-79" fmla="*/ 19781 w 20655"/>
                  <a:gd name="connsiteY0-80" fmla="*/ 21600 h 21600"/>
                  <a:gd name="connsiteX1-81" fmla="*/ 19879 w 20655"/>
                  <a:gd name="connsiteY1-82" fmla="*/ 17107 h 21600"/>
                  <a:gd name="connsiteX2-83" fmla="*/ 16092 w 20655"/>
                  <a:gd name="connsiteY2-84" fmla="*/ 1047 h 21600"/>
                  <a:gd name="connsiteX3-85" fmla="*/ 15826 w 20655"/>
                  <a:gd name="connsiteY3-86" fmla="*/ 0 h 21600"/>
                  <a:gd name="connsiteX4-87" fmla="*/ 3 w 20655"/>
                  <a:gd name="connsiteY4-88" fmla="*/ 0 h 21600"/>
                  <a:gd name="connsiteX5-89" fmla="*/ 777 w 20655"/>
                  <a:gd name="connsiteY5-90" fmla="*/ 1843 h 21600"/>
                  <a:gd name="connsiteX6-91" fmla="*/ 1362 w 20655"/>
                  <a:gd name="connsiteY6-92" fmla="*/ 16761 h 21600"/>
                  <a:gd name="connsiteX7-93" fmla="*/ 39 w 20655"/>
                  <a:gd name="connsiteY7-94" fmla="*/ 21376 h 216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43" y="connsiteY7-44"/>
                  </a:cxn>
                </a:cxnLst>
                <a:rect l="l" t="t" r="r" b="b"/>
                <a:pathLst>
                  <a:path w="20655" h="21600" extrusionOk="0">
                    <a:moveTo>
                      <a:pt x="19781" y="21600"/>
                    </a:moveTo>
                    <a:cubicBezTo>
                      <a:pt x="21310" y="19799"/>
                      <a:pt x="20494" y="20533"/>
                      <a:pt x="19879" y="17107"/>
                    </a:cubicBezTo>
                    <a:cubicBezTo>
                      <a:pt x="19264" y="13682"/>
                      <a:pt x="16767" y="3898"/>
                      <a:pt x="16092" y="1047"/>
                    </a:cubicBezTo>
                    <a:cubicBezTo>
                      <a:pt x="15789" y="-141"/>
                      <a:pt x="18507" y="174"/>
                      <a:pt x="15826" y="0"/>
                    </a:cubicBezTo>
                    <a:lnTo>
                      <a:pt x="3" y="0"/>
                    </a:lnTo>
                    <a:lnTo>
                      <a:pt x="777" y="1843"/>
                    </a:lnTo>
                    <a:cubicBezTo>
                      <a:pt x="765" y="4727"/>
                      <a:pt x="1073" y="13883"/>
                      <a:pt x="1362" y="16761"/>
                    </a:cubicBezTo>
                    <a:cubicBezTo>
                      <a:pt x="1544" y="18573"/>
                      <a:pt x="-290" y="19629"/>
                      <a:pt x="39" y="21376"/>
                    </a:cubicBezTo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4" name="chenying0907 21"/>
              <p:cNvSpPr/>
              <p:nvPr/>
            </p:nvSpPr>
            <p:spPr>
              <a:xfrm>
                <a:off x="12700" y="889000"/>
                <a:ext cx="199716" cy="17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4" extrusionOk="0">
                    <a:moveTo>
                      <a:pt x="21600" y="0"/>
                    </a:moveTo>
                    <a:cubicBezTo>
                      <a:pt x="18923" y="21600"/>
                      <a:pt x="5182" y="19974"/>
                      <a:pt x="0" y="11161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5" name="chenying0907 22"/>
              <p:cNvSpPr/>
              <p:nvPr/>
            </p:nvSpPr>
            <p:spPr>
              <a:xfrm>
                <a:off x="0" y="-1"/>
                <a:ext cx="169627" cy="156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99" extrusionOk="0">
                    <a:moveTo>
                      <a:pt x="21600" y="21399"/>
                    </a:moveTo>
                    <a:cubicBezTo>
                      <a:pt x="21600" y="14641"/>
                      <a:pt x="20714" y="6540"/>
                      <a:pt x="20597" y="325"/>
                    </a:cubicBezTo>
                    <a:cubicBezTo>
                      <a:pt x="13874" y="-42"/>
                      <a:pt x="6603" y="-201"/>
                      <a:pt x="0" y="411"/>
                    </a:cubicBezTo>
                    <a:cubicBezTo>
                      <a:pt x="771" y="6724"/>
                      <a:pt x="1612" y="13779"/>
                      <a:pt x="1316" y="20126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6" name="chenying0907 23"/>
              <p:cNvSpPr/>
              <p:nvPr/>
            </p:nvSpPr>
            <p:spPr>
              <a:xfrm>
                <a:off x="12700" y="889000"/>
                <a:ext cx="200707" cy="2342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472" y="7302"/>
                      <a:pt x="6555" y="15634"/>
                      <a:pt x="11604" y="21600"/>
                    </a:cubicBezTo>
                    <a:cubicBezTo>
                      <a:pt x="14587" y="14593"/>
                      <a:pt x="19470" y="7960"/>
                      <a:pt x="21600" y="709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sp>
          <p:nvSpPr>
            <p:cNvPr id="7" name="chenying0907 109"/>
            <p:cNvSpPr/>
            <p:nvPr/>
          </p:nvSpPr>
          <p:spPr>
            <a:xfrm rot="19960150">
              <a:off x="953326" y="1604200"/>
              <a:ext cx="3203818" cy="3051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252" extrusionOk="0">
                  <a:moveTo>
                    <a:pt x="0" y="11486"/>
                  </a:moveTo>
                  <a:cubicBezTo>
                    <a:pt x="6297" y="11810"/>
                    <a:pt x="8452" y="9094"/>
                    <a:pt x="10432" y="6445"/>
                  </a:cubicBezTo>
                  <a:cubicBezTo>
                    <a:pt x="11413" y="5133"/>
                    <a:pt x="12361" y="62"/>
                    <a:pt x="14424" y="1"/>
                  </a:cubicBezTo>
                  <a:cubicBezTo>
                    <a:pt x="15769" y="-39"/>
                    <a:pt x="16223" y="2237"/>
                    <a:pt x="16082" y="3272"/>
                  </a:cubicBezTo>
                  <a:cubicBezTo>
                    <a:pt x="15861" y="4889"/>
                    <a:pt x="14041" y="6135"/>
                    <a:pt x="14194" y="7965"/>
                  </a:cubicBezTo>
                  <a:cubicBezTo>
                    <a:pt x="14390" y="10301"/>
                    <a:pt x="17861" y="9673"/>
                    <a:pt x="19260" y="10227"/>
                  </a:cubicBezTo>
                  <a:cubicBezTo>
                    <a:pt x="19766" y="10428"/>
                    <a:pt x="21231" y="11033"/>
                    <a:pt x="21376" y="11673"/>
                  </a:cubicBezTo>
                  <a:cubicBezTo>
                    <a:pt x="21570" y="12535"/>
                    <a:pt x="20193" y="13225"/>
                    <a:pt x="19575" y="13518"/>
                  </a:cubicBezTo>
                  <a:cubicBezTo>
                    <a:pt x="20100" y="13794"/>
                    <a:pt x="21600" y="14815"/>
                    <a:pt x="21175" y="15661"/>
                  </a:cubicBezTo>
                  <a:cubicBezTo>
                    <a:pt x="20946" y="16116"/>
                    <a:pt x="20069" y="16279"/>
                    <a:pt x="19912" y="16721"/>
                  </a:cubicBezTo>
                  <a:cubicBezTo>
                    <a:pt x="19755" y="17170"/>
                    <a:pt x="20477" y="17215"/>
                    <a:pt x="20793" y="17467"/>
                  </a:cubicBezTo>
                  <a:cubicBezTo>
                    <a:pt x="21207" y="17798"/>
                    <a:pt x="21392" y="18222"/>
                    <a:pt x="21094" y="18674"/>
                  </a:cubicBezTo>
                  <a:cubicBezTo>
                    <a:pt x="20996" y="18822"/>
                    <a:pt x="20711" y="18995"/>
                    <a:pt x="20448" y="19175"/>
                  </a:cubicBezTo>
                  <a:cubicBezTo>
                    <a:pt x="20191" y="19349"/>
                    <a:pt x="19956" y="19529"/>
                    <a:pt x="19937" y="19697"/>
                  </a:cubicBezTo>
                  <a:cubicBezTo>
                    <a:pt x="19902" y="20016"/>
                    <a:pt x="20352" y="20019"/>
                    <a:pt x="20495" y="20232"/>
                  </a:cubicBezTo>
                  <a:cubicBezTo>
                    <a:pt x="21389" y="21561"/>
                    <a:pt x="18668" y="21213"/>
                    <a:pt x="18243" y="21207"/>
                  </a:cubicBezTo>
                  <a:cubicBezTo>
                    <a:pt x="15548" y="21174"/>
                    <a:pt x="12492" y="21415"/>
                    <a:pt x="9278" y="20028"/>
                  </a:cubicBezTo>
                  <a:cubicBezTo>
                    <a:pt x="6757" y="18941"/>
                    <a:pt x="4040" y="19440"/>
                    <a:pt x="1192" y="19163"/>
                  </a:cubicBezTo>
                </a:path>
              </a:pathLst>
            </a:custGeom>
            <a:grpFill/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097971" y="422081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关于我的</a:t>
            </a:r>
            <a:r>
              <a:rPr kumimoji="1" lang="en-US" altLang="zh-CN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GitHub</a:t>
            </a:r>
            <a:endParaRPr kumimoji="1" lang="en-US" altLang="zh-CN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92475" y="4566285"/>
            <a:ext cx="5607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个人主页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92475" y="1403350"/>
            <a:ext cx="2326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1.Tasks</a:t>
            </a:r>
            <a:r>
              <a:rPr lang="zh-CN" altLang="en-US"/>
              <a:t>仓库目录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9" name="图片 8" descr="目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260" y="1346835"/>
            <a:ext cx="3091815" cy="5333365"/>
          </a:xfrm>
          <a:prstGeom prst="rect">
            <a:avLst/>
          </a:prstGeom>
        </p:spPr>
      </p:pic>
      <p:pic>
        <p:nvPicPr>
          <p:cNvPr id="13" name="图片 12" descr="profi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175" y="1052830"/>
            <a:ext cx="4512310" cy="5627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-0.00143 -0.095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2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henying0907 148"/>
          <p:cNvSpPr/>
          <p:nvPr/>
        </p:nvSpPr>
        <p:spPr>
          <a:xfrm>
            <a:off x="1121337" y="2354486"/>
            <a:ext cx="2858655" cy="408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阶段一内容</a:t>
            </a:r>
            <a:endParaRPr lang="zh-CN" sz="1800" b="1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63" name="chenying0907 148"/>
          <p:cNvSpPr/>
          <p:nvPr/>
        </p:nvSpPr>
        <p:spPr>
          <a:xfrm>
            <a:off x="9349105" y="2366645"/>
            <a:ext cx="1583690" cy="408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Markdown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4" name="Group 98"/>
          <p:cNvGrpSpPr/>
          <p:nvPr/>
        </p:nvGrpSpPr>
        <p:grpSpPr>
          <a:xfrm>
            <a:off x="9708515" y="1184910"/>
            <a:ext cx="757555" cy="921385"/>
            <a:chOff x="0" y="0"/>
            <a:chExt cx="1561716" cy="1953500"/>
          </a:xfrm>
        </p:grpSpPr>
        <p:grpSp>
          <p:nvGrpSpPr>
            <p:cNvPr id="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73" name="chenying0907 88"/>
              <p:cNvSpPr/>
              <p:nvPr/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74" name="chenying0907 89"/>
              <p:cNvSpPr/>
              <p:nvPr/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grpSp>
          <p:nvGrpSpPr>
            <p:cNvPr id="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67" name="chenying0907 91"/>
              <p:cNvSpPr/>
              <p:nvPr/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68" name="chenying0907 92"/>
              <p:cNvSpPr/>
              <p:nvPr/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69" name="chenying0907 93"/>
              <p:cNvSpPr/>
              <p:nvPr/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70" name="chenying0907 94"/>
              <p:cNvSpPr/>
              <p:nvPr/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71" name="chenying0907 95"/>
              <p:cNvSpPr/>
              <p:nvPr/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72" name="chenying0907 96"/>
              <p:cNvSpPr/>
              <p:nvPr/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grpSp>
        <p:nvGrpSpPr>
          <p:cNvPr id="75" name="Group 146"/>
          <p:cNvGrpSpPr/>
          <p:nvPr/>
        </p:nvGrpSpPr>
        <p:grpSpPr>
          <a:xfrm>
            <a:off x="5617845" y="1506220"/>
            <a:ext cx="997585" cy="547370"/>
            <a:chOff x="0" y="0"/>
            <a:chExt cx="1579773" cy="761675"/>
          </a:xfrm>
        </p:grpSpPr>
        <p:sp>
          <p:nvSpPr>
            <p:cNvPr id="76" name="chenying0907 141"/>
            <p:cNvSpPr/>
            <p:nvPr/>
          </p:nvSpPr>
          <p:spPr>
            <a:xfrm>
              <a:off x="634999" y="368300"/>
              <a:ext cx="364143" cy="261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1" h="21022" extrusionOk="0">
                  <a:moveTo>
                    <a:pt x="14159" y="1798"/>
                  </a:moveTo>
                  <a:cubicBezTo>
                    <a:pt x="16681" y="3577"/>
                    <a:pt x="18515" y="6261"/>
                    <a:pt x="19377" y="9996"/>
                  </a:cubicBezTo>
                  <a:cubicBezTo>
                    <a:pt x="20066" y="12984"/>
                    <a:pt x="21421" y="17931"/>
                    <a:pt x="21270" y="21022"/>
                  </a:cubicBezTo>
                  <a:cubicBezTo>
                    <a:pt x="15103" y="14127"/>
                    <a:pt x="8404" y="5305"/>
                    <a:pt x="5" y="6602"/>
                  </a:cubicBezTo>
                  <a:cubicBezTo>
                    <a:pt x="-179" y="4102"/>
                    <a:pt x="4665" y="1206"/>
                    <a:pt x="5911" y="648"/>
                  </a:cubicBezTo>
                  <a:cubicBezTo>
                    <a:pt x="8643" y="-578"/>
                    <a:pt x="11623" y="9"/>
                    <a:pt x="14159" y="179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7" name="chenying0907 142"/>
            <p:cNvSpPr/>
            <p:nvPr/>
          </p:nvSpPr>
          <p:spPr>
            <a:xfrm>
              <a:off x="685800" y="203200"/>
              <a:ext cx="166823" cy="164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03" h="17631" extrusionOk="0">
                  <a:moveTo>
                    <a:pt x="14621" y="16680"/>
                  </a:moveTo>
                  <a:cubicBezTo>
                    <a:pt x="18649" y="14507"/>
                    <a:pt x="20733" y="9487"/>
                    <a:pt x="18734" y="5635"/>
                  </a:cubicBezTo>
                  <a:cubicBezTo>
                    <a:pt x="14464" y="-2596"/>
                    <a:pt x="1633" y="-1708"/>
                    <a:pt x="70" y="7634"/>
                  </a:cubicBezTo>
                  <a:cubicBezTo>
                    <a:pt x="-867" y="13225"/>
                    <a:pt x="7831" y="19004"/>
                    <a:pt x="13069" y="17340"/>
                  </a:cubicBezTo>
                  <a:cubicBezTo>
                    <a:pt x="13613" y="17167"/>
                    <a:pt x="14131" y="16945"/>
                    <a:pt x="14621" y="16680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8" name="chenying0907 143"/>
            <p:cNvSpPr/>
            <p:nvPr/>
          </p:nvSpPr>
          <p:spPr>
            <a:xfrm>
              <a:off x="558800" y="368299"/>
              <a:ext cx="436905" cy="235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9" h="17222" extrusionOk="0">
                  <a:moveTo>
                    <a:pt x="5" y="17222"/>
                  </a:moveTo>
                  <a:cubicBezTo>
                    <a:pt x="-221" y="5664"/>
                    <a:pt x="7024" y="-4378"/>
                    <a:pt x="15310" y="1969"/>
                  </a:cubicBezTo>
                  <a:cubicBezTo>
                    <a:pt x="21361" y="6605"/>
                    <a:pt x="20595" y="12732"/>
                    <a:pt x="21379" y="1644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9" name="chenying0907 144"/>
            <p:cNvSpPr/>
            <p:nvPr/>
          </p:nvSpPr>
          <p:spPr>
            <a:xfrm>
              <a:off x="0" y="0"/>
              <a:ext cx="1579774" cy="761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32" extrusionOk="0">
                  <a:moveTo>
                    <a:pt x="0" y="10842"/>
                  </a:moveTo>
                  <a:cubicBezTo>
                    <a:pt x="1862" y="13656"/>
                    <a:pt x="4658" y="17739"/>
                    <a:pt x="7824" y="18794"/>
                  </a:cubicBezTo>
                  <a:cubicBezTo>
                    <a:pt x="12458" y="20338"/>
                    <a:pt x="17930" y="17735"/>
                    <a:pt x="21600" y="11959"/>
                  </a:cubicBezTo>
                  <a:cubicBezTo>
                    <a:pt x="19404" y="6504"/>
                    <a:pt x="16309" y="1551"/>
                    <a:pt x="12383" y="267"/>
                  </a:cubicBezTo>
                  <a:cubicBezTo>
                    <a:pt x="7707" y="-1262"/>
                    <a:pt x="3134" y="3993"/>
                    <a:pt x="260" y="10362"/>
                  </a:cubicBezTo>
                  <a:cubicBezTo>
                    <a:pt x="260" y="10362"/>
                    <a:pt x="0" y="10842"/>
                    <a:pt x="0" y="10842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80" name="chenying0907 145"/>
            <p:cNvSpPr/>
            <p:nvPr/>
          </p:nvSpPr>
          <p:spPr>
            <a:xfrm>
              <a:off x="431799" y="76200"/>
              <a:ext cx="654399" cy="603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886" h="13090" extrusionOk="0">
                  <a:moveTo>
                    <a:pt x="12295" y="11065"/>
                  </a:moveTo>
                  <a:cubicBezTo>
                    <a:pt x="18131" y="5313"/>
                    <a:pt x="6423" y="-5059"/>
                    <a:pt x="1181" y="2885"/>
                  </a:cubicBezTo>
                  <a:cubicBezTo>
                    <a:pt x="-3469" y="9932"/>
                    <a:pt x="6740" y="16541"/>
                    <a:pt x="12295" y="11065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81" name="chenying0907 179"/>
          <p:cNvSpPr/>
          <p:nvPr/>
        </p:nvSpPr>
        <p:spPr>
          <a:xfrm>
            <a:off x="1254125" y="1355090"/>
            <a:ext cx="897255" cy="751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366" h="18746" extrusionOk="0">
                <a:moveTo>
                  <a:pt x="16789" y="2619"/>
                </a:moveTo>
                <a:cubicBezTo>
                  <a:pt x="19982" y="8007"/>
                  <a:pt x="9019" y="16387"/>
                  <a:pt x="5475" y="18746"/>
                </a:cubicBezTo>
                <a:cubicBezTo>
                  <a:pt x="3269" y="15480"/>
                  <a:pt x="-1618" y="5143"/>
                  <a:pt x="535" y="1577"/>
                </a:cubicBezTo>
                <a:cubicBezTo>
                  <a:pt x="3210" y="-2854"/>
                  <a:pt x="7075" y="3151"/>
                  <a:pt x="7664" y="6130"/>
                </a:cubicBezTo>
                <a:cubicBezTo>
                  <a:pt x="9500" y="3945"/>
                  <a:pt x="14312" y="-1562"/>
                  <a:pt x="16789" y="2619"/>
                </a:cubicBezTo>
                <a:close/>
              </a:path>
            </a:pathLst>
          </a:custGeom>
          <a:solidFill>
            <a:srgbClr val="E7E4EA"/>
          </a:solidFill>
          <a:ln w="38100">
            <a:solidFill>
              <a:srgbClr val="46537A"/>
            </a:solidFill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sp>
        <p:nvSpPr>
          <p:cNvPr id="2" name="文本框 1"/>
          <p:cNvSpPr txBox="1"/>
          <p:nvPr/>
        </p:nvSpPr>
        <p:spPr>
          <a:xfrm>
            <a:off x="4733925" y="544195"/>
            <a:ext cx="274955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我的学习笔记</a:t>
            </a:r>
            <a:endParaRPr kumimoji="1" lang="zh-CN" altLang="en-US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endParaRPr lang="zh-CN" altLang="en-US"/>
          </a:p>
        </p:txBody>
      </p:sp>
      <p:pic>
        <p:nvPicPr>
          <p:cNvPr id="3" name="图片 2" descr="阶段一任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" y="3011170"/>
            <a:ext cx="3935730" cy="36290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66640" y="3011170"/>
            <a:ext cx="2973705" cy="3623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了解了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GitHub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的基本功能：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Repository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Star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Fork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Issue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Pull Request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Branch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Merge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50205" y="2393315"/>
            <a:ext cx="1675130" cy="32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rgbClr val="46537A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GitHub</a:t>
            </a:r>
            <a:r>
              <a:rPr lang="zh-CN" altLang="en-US">
                <a:solidFill>
                  <a:srgbClr val="46537A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学习</a:t>
            </a:r>
            <a:r>
              <a:rPr lang="en-US">
                <a:solidFill>
                  <a:srgbClr val="46537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endParaRPr lang="zh-CN" altLang="en-US">
              <a:solidFill>
                <a:srgbClr val="4653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rgbClr val="4653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57945" y="3003550"/>
            <a:ext cx="2425065" cy="1917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600">
                <a:solidFill>
                  <a:srgbClr val="485678"/>
                </a:solidFill>
              </a:rPr>
              <a:t>学习了基本语法，包括标题、列表、文本格式、链接、引用、脚注、图片、表格、代码等。还了解了关于</a:t>
            </a:r>
            <a:r>
              <a:rPr lang="en-US" altLang="zh-CN" sz="1600">
                <a:solidFill>
                  <a:srgbClr val="485678"/>
                </a:solidFill>
              </a:rPr>
              <a:t>Markdown</a:t>
            </a:r>
            <a:r>
              <a:rPr lang="zh-CN" altLang="en-US" sz="1600">
                <a:solidFill>
                  <a:srgbClr val="485678"/>
                </a:solidFill>
              </a:rPr>
              <a:t>渲染主体和渲染原理的知识。</a:t>
            </a:r>
            <a:endParaRPr lang="zh-CN" altLang="en-US" sz="1600">
              <a:solidFill>
                <a:srgbClr val="48567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ldLvl="0" animBg="1"/>
      <p:bldP spid="63" grpId="0" bldLvl="0" animBg="1"/>
      <p:bldP spid="81" grpId="0" bldLvl="0" animBg="1"/>
      <p:bldP spid="81" grpId="1" bldLvl="0" animBg="1"/>
      <p:bldP spid="6" grpId="0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8"/>
          <p:cNvGrpSpPr/>
          <p:nvPr/>
        </p:nvGrpSpPr>
        <p:grpSpPr>
          <a:xfrm>
            <a:off x="9391650" y="3790950"/>
            <a:ext cx="2795270" cy="2399665"/>
            <a:chOff x="0" y="0"/>
            <a:chExt cx="2222306" cy="1644486"/>
          </a:xfrm>
        </p:grpSpPr>
        <p:sp>
          <p:nvSpPr>
            <p:cNvPr id="3" name="chenying0907 214"/>
            <p:cNvSpPr/>
            <p:nvPr/>
          </p:nvSpPr>
          <p:spPr>
            <a:xfrm>
              <a:off x="177800" y="-1"/>
              <a:ext cx="268610" cy="42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17" h="20825" extrusionOk="0">
                  <a:moveTo>
                    <a:pt x="0" y="978"/>
                  </a:moveTo>
                  <a:cubicBezTo>
                    <a:pt x="4331" y="132"/>
                    <a:pt x="6848" y="-775"/>
                    <a:pt x="10359" y="1107"/>
                  </a:cubicBezTo>
                  <a:cubicBezTo>
                    <a:pt x="14373" y="3260"/>
                    <a:pt x="15631" y="7002"/>
                    <a:pt x="17595" y="9981"/>
                  </a:cubicBezTo>
                  <a:cubicBezTo>
                    <a:pt x="19135" y="12318"/>
                    <a:pt x="19785" y="13548"/>
                    <a:pt x="20568" y="16020"/>
                  </a:cubicBezTo>
                  <a:cubicBezTo>
                    <a:pt x="21600" y="19279"/>
                    <a:pt x="17061" y="19856"/>
                    <a:pt x="13655" y="20825"/>
                  </a:cubicBezTo>
                </a:path>
              </a:pathLst>
            </a:custGeom>
            <a:solidFill>
              <a:srgbClr val="E7E4E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4" name="chenying0907 215"/>
            <p:cNvSpPr/>
            <p:nvPr/>
          </p:nvSpPr>
          <p:spPr>
            <a:xfrm>
              <a:off x="876300" y="990599"/>
              <a:ext cx="288326" cy="392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23" h="18952" extrusionOk="0">
                  <a:moveTo>
                    <a:pt x="0" y="1473"/>
                  </a:moveTo>
                  <a:cubicBezTo>
                    <a:pt x="6540" y="-2648"/>
                    <a:pt x="10391" y="2786"/>
                    <a:pt x="14004" y="6685"/>
                  </a:cubicBezTo>
                  <a:cubicBezTo>
                    <a:pt x="18693" y="11746"/>
                    <a:pt x="21600" y="16421"/>
                    <a:pt x="17023" y="18952"/>
                  </a:cubicBezTo>
                </a:path>
              </a:pathLst>
            </a:custGeom>
            <a:solidFill>
              <a:srgbClr val="E7E4E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5" name="chenying0907 216"/>
            <p:cNvSpPr/>
            <p:nvPr/>
          </p:nvSpPr>
          <p:spPr>
            <a:xfrm>
              <a:off x="0" y="25400"/>
              <a:ext cx="1130505" cy="1441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6" h="21249" extrusionOk="0">
                  <a:moveTo>
                    <a:pt x="6695" y="5964"/>
                  </a:moveTo>
                  <a:cubicBezTo>
                    <a:pt x="5870" y="4835"/>
                    <a:pt x="5320" y="3733"/>
                    <a:pt x="4734" y="2782"/>
                  </a:cubicBezTo>
                  <a:cubicBezTo>
                    <a:pt x="4160" y="1851"/>
                    <a:pt x="3364" y="1097"/>
                    <a:pt x="3346" y="0"/>
                  </a:cubicBezTo>
                  <a:cubicBezTo>
                    <a:pt x="2749" y="212"/>
                    <a:pt x="2098" y="524"/>
                    <a:pt x="1695" y="926"/>
                  </a:cubicBezTo>
                  <a:cubicBezTo>
                    <a:pt x="988" y="1632"/>
                    <a:pt x="570" y="2910"/>
                    <a:pt x="299" y="3769"/>
                  </a:cubicBezTo>
                  <a:cubicBezTo>
                    <a:pt x="-19" y="4774"/>
                    <a:pt x="-82" y="5809"/>
                    <a:pt x="104" y="6834"/>
                  </a:cubicBezTo>
                  <a:cubicBezTo>
                    <a:pt x="507" y="9059"/>
                    <a:pt x="1907" y="11120"/>
                    <a:pt x="3352" y="13032"/>
                  </a:cubicBezTo>
                  <a:cubicBezTo>
                    <a:pt x="4121" y="14050"/>
                    <a:pt x="4913" y="15069"/>
                    <a:pt x="5760" y="16050"/>
                  </a:cubicBezTo>
                  <a:cubicBezTo>
                    <a:pt x="7632" y="18216"/>
                    <a:pt x="10200" y="20007"/>
                    <a:pt x="13428" y="20934"/>
                  </a:cubicBezTo>
                  <a:cubicBezTo>
                    <a:pt x="15746" y="21600"/>
                    <a:pt x="19972" y="21179"/>
                    <a:pt x="21384" y="19961"/>
                  </a:cubicBezTo>
                  <a:cubicBezTo>
                    <a:pt x="21518" y="19211"/>
                    <a:pt x="16578" y="14785"/>
                    <a:pt x="16540" y="14807"/>
                  </a:cubicBezTo>
                  <a:cubicBezTo>
                    <a:pt x="15277" y="15530"/>
                    <a:pt x="13118" y="16386"/>
                    <a:pt x="11538" y="16347"/>
                  </a:cubicBezTo>
                  <a:cubicBezTo>
                    <a:pt x="9234" y="16290"/>
                    <a:pt x="7991" y="14209"/>
                    <a:pt x="7048" y="12885"/>
                  </a:cubicBezTo>
                  <a:cubicBezTo>
                    <a:pt x="6162" y="11641"/>
                    <a:pt x="5096" y="10300"/>
                    <a:pt x="4890" y="8855"/>
                  </a:cubicBezTo>
                  <a:cubicBezTo>
                    <a:pt x="4802" y="8239"/>
                    <a:pt x="4929" y="7607"/>
                    <a:pt x="5302" y="7056"/>
                  </a:cubicBezTo>
                  <a:cubicBezTo>
                    <a:pt x="5511" y="6746"/>
                    <a:pt x="6171" y="5989"/>
                    <a:pt x="6695" y="5964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" name="chenying0907 217"/>
            <p:cNvSpPr/>
            <p:nvPr/>
          </p:nvSpPr>
          <p:spPr>
            <a:xfrm>
              <a:off x="1041400" y="888999"/>
              <a:ext cx="1180907" cy="755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0" h="19656" extrusionOk="0">
                  <a:moveTo>
                    <a:pt x="0" y="14067"/>
                  </a:moveTo>
                  <a:cubicBezTo>
                    <a:pt x="1546" y="18995"/>
                    <a:pt x="4265" y="21549"/>
                    <a:pt x="7901" y="18005"/>
                  </a:cubicBezTo>
                  <a:cubicBezTo>
                    <a:pt x="9262" y="16678"/>
                    <a:pt x="11668" y="12078"/>
                    <a:pt x="9432" y="10109"/>
                  </a:cubicBezTo>
                  <a:cubicBezTo>
                    <a:pt x="7906" y="8766"/>
                    <a:pt x="6036" y="11469"/>
                    <a:pt x="6486" y="13754"/>
                  </a:cubicBezTo>
                  <a:cubicBezTo>
                    <a:pt x="7019" y="16458"/>
                    <a:pt x="10653" y="17259"/>
                    <a:pt x="12181" y="16654"/>
                  </a:cubicBezTo>
                  <a:cubicBezTo>
                    <a:pt x="14962" y="15554"/>
                    <a:pt x="14704" y="12109"/>
                    <a:pt x="15038" y="8516"/>
                  </a:cubicBezTo>
                  <a:cubicBezTo>
                    <a:pt x="15338" y="5296"/>
                    <a:pt x="15973" y="-51"/>
                    <a:pt x="18921" y="0"/>
                  </a:cubicBezTo>
                  <a:cubicBezTo>
                    <a:pt x="20260" y="23"/>
                    <a:pt x="21600" y="1260"/>
                    <a:pt x="20434" y="3163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7" name="chenying0907 148"/>
          <p:cNvSpPr/>
          <p:nvPr/>
        </p:nvSpPr>
        <p:spPr>
          <a:xfrm>
            <a:off x="700927" y="1998407"/>
            <a:ext cx="3087156" cy="7029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800" b="1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1124" y="789940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关于</a:t>
            </a:r>
            <a:r>
              <a:rPr kumimoji="1" lang="en-US" altLang="zh-CN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GitHub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打不开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问题</a:t>
            </a:r>
            <a:endParaRPr kumimoji="1" lang="zh-CN" altLang="en-US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9" name="Group 157"/>
          <p:cNvGrpSpPr/>
          <p:nvPr/>
        </p:nvGrpSpPr>
        <p:grpSpPr>
          <a:xfrm>
            <a:off x="9899650" y="3029585"/>
            <a:ext cx="970915" cy="1059180"/>
            <a:chOff x="0" y="0"/>
            <a:chExt cx="832429" cy="1006091"/>
          </a:xfrm>
        </p:grpSpPr>
        <p:sp>
          <p:nvSpPr>
            <p:cNvPr id="11" name="chenying0907 153"/>
            <p:cNvSpPr/>
            <p:nvPr/>
          </p:nvSpPr>
          <p:spPr>
            <a:xfrm>
              <a:off x="0" y="0"/>
              <a:ext cx="825247" cy="1004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7" h="18782" extrusionOk="0">
                  <a:moveTo>
                    <a:pt x="20606" y="8003"/>
                  </a:moveTo>
                  <a:cubicBezTo>
                    <a:pt x="20536" y="9105"/>
                    <a:pt x="20133" y="10194"/>
                    <a:pt x="19322" y="11192"/>
                  </a:cubicBezTo>
                  <a:cubicBezTo>
                    <a:pt x="17235" y="13763"/>
                    <a:pt x="10676" y="14469"/>
                    <a:pt x="6988" y="14575"/>
                  </a:cubicBezTo>
                  <a:cubicBezTo>
                    <a:pt x="4986" y="15277"/>
                    <a:pt x="3185" y="16577"/>
                    <a:pt x="3059" y="18782"/>
                  </a:cubicBezTo>
                  <a:cubicBezTo>
                    <a:pt x="2578" y="17275"/>
                    <a:pt x="1936" y="15773"/>
                    <a:pt x="4218" y="13676"/>
                  </a:cubicBezTo>
                  <a:cubicBezTo>
                    <a:pt x="3958" y="13915"/>
                    <a:pt x="973" y="11280"/>
                    <a:pt x="253" y="9351"/>
                  </a:cubicBezTo>
                  <a:cubicBezTo>
                    <a:pt x="-538" y="7230"/>
                    <a:pt x="624" y="4258"/>
                    <a:pt x="2405" y="2680"/>
                  </a:cubicBezTo>
                  <a:cubicBezTo>
                    <a:pt x="8610" y="-2818"/>
                    <a:pt x="21062" y="731"/>
                    <a:pt x="20606" y="8003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0" name="chenying0907 152"/>
            <p:cNvSpPr/>
            <p:nvPr/>
          </p:nvSpPr>
          <p:spPr>
            <a:xfrm>
              <a:off x="63500" y="177800"/>
              <a:ext cx="768929" cy="828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600" extrusionOk="0">
                  <a:moveTo>
                    <a:pt x="21365" y="6553"/>
                  </a:moveTo>
                  <a:cubicBezTo>
                    <a:pt x="21209" y="8299"/>
                    <a:pt x="20695" y="9966"/>
                    <a:pt x="20017" y="11011"/>
                  </a:cubicBezTo>
                  <a:cubicBezTo>
                    <a:pt x="17690" y="14597"/>
                    <a:pt x="10380" y="15582"/>
                    <a:pt x="6269" y="15729"/>
                  </a:cubicBezTo>
                  <a:cubicBezTo>
                    <a:pt x="4038" y="16710"/>
                    <a:pt x="2030" y="18524"/>
                    <a:pt x="1890" y="21600"/>
                  </a:cubicBezTo>
                  <a:cubicBezTo>
                    <a:pt x="1354" y="19498"/>
                    <a:pt x="638" y="17403"/>
                    <a:pt x="3179" y="14478"/>
                  </a:cubicBezTo>
                  <a:cubicBezTo>
                    <a:pt x="2729" y="14996"/>
                    <a:pt x="-3" y="11060"/>
                    <a:pt x="0" y="10322"/>
                  </a:cubicBezTo>
                  <a:cubicBezTo>
                    <a:pt x="7119" y="10785"/>
                    <a:pt x="20375" y="9891"/>
                    <a:pt x="18971" y="0"/>
                  </a:cubicBezTo>
                  <a:cubicBezTo>
                    <a:pt x="21020" y="1136"/>
                    <a:pt x="21597" y="3933"/>
                    <a:pt x="21365" y="655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grpSp>
          <p:nvGrpSpPr>
            <p:cNvPr id="12" name="Group 156"/>
            <p:cNvGrpSpPr/>
            <p:nvPr/>
          </p:nvGrpSpPr>
          <p:grpSpPr>
            <a:xfrm>
              <a:off x="330200" y="215900"/>
              <a:ext cx="178940" cy="367431"/>
              <a:chOff x="0" y="0"/>
              <a:chExt cx="178939" cy="367430"/>
            </a:xfrm>
          </p:grpSpPr>
          <p:sp>
            <p:nvSpPr>
              <p:cNvPr id="13" name="chenying0907 154"/>
              <p:cNvSpPr/>
              <p:nvPr/>
            </p:nvSpPr>
            <p:spPr>
              <a:xfrm>
                <a:off x="0" y="0"/>
                <a:ext cx="178940" cy="2443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224" h="18018" extrusionOk="0">
                    <a:moveTo>
                      <a:pt x="100" y="9277"/>
                    </a:moveTo>
                    <a:cubicBezTo>
                      <a:pt x="-1213" y="3536"/>
                      <a:pt x="10703" y="-3582"/>
                      <a:pt x="16203" y="2063"/>
                    </a:cubicBezTo>
                    <a:cubicBezTo>
                      <a:pt x="20387" y="6358"/>
                      <a:pt x="10513" y="14060"/>
                      <a:pt x="8251" y="18018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4" name="chenying0907 155"/>
              <p:cNvSpPr/>
              <p:nvPr/>
            </p:nvSpPr>
            <p:spPr>
              <a:xfrm>
                <a:off x="76200" y="342900"/>
                <a:ext cx="19564" cy="245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659" h="15561" extrusionOk="0">
                    <a:moveTo>
                      <a:pt x="0" y="8336"/>
                    </a:moveTo>
                    <a:cubicBezTo>
                      <a:pt x="3561" y="8171"/>
                      <a:pt x="10161" y="-5031"/>
                      <a:pt x="7784" y="2124"/>
                    </a:cubicBezTo>
                    <a:cubicBezTo>
                      <a:pt x="8671" y="6888"/>
                      <a:pt x="11060" y="11294"/>
                      <a:pt x="14952" y="15353"/>
                    </a:cubicBezTo>
                    <a:cubicBezTo>
                      <a:pt x="21600" y="16569"/>
                      <a:pt x="19305" y="12443"/>
                      <a:pt x="8067" y="2966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pic>
        <p:nvPicPr>
          <p:cNvPr id="16" name="图片 15" descr="一阶段问题解决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0" y="1743710"/>
            <a:ext cx="7771130" cy="3897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enying0907 148"/>
          <p:cNvSpPr/>
          <p:nvPr/>
        </p:nvSpPr>
        <p:spPr>
          <a:xfrm>
            <a:off x="700927" y="1998407"/>
            <a:ext cx="3087156" cy="7029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800" b="1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4249" y="373380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关于</a:t>
            </a:r>
            <a:r>
              <a:rPr kumimoji="1" lang="en-US" altLang="zh-CN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GitHub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打不开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问题</a:t>
            </a:r>
            <a:endParaRPr kumimoji="1" lang="zh-CN" altLang="en-US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165" y="1588135"/>
            <a:ext cx="10322560" cy="4774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1.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💻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污染 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发生机制：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污染是一种中间人攻击，攻击者在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查询响应返回前，抢先发送伪造的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解析结果。当客户端接收后，会将错误的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IP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地址缓存，后续访问该域名时都会指向错误服务器。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2.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🌐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GFW 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干扰方式：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  IP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封锁：直接封禁特定境外服务器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IP。</a:t>
            </a: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  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污染/劫持：篡改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DNS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解析结果，使域名无法解析到正确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IP。</a:t>
            </a: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 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关键字过滤：检测数据包中的敏感内容，主动发送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RST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包中断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TCP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连接。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 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端口封锁：限制特定协议端口（如部分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VPN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端口）的跨境流量。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3.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🛠️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Watt Toolkit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优化原理 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Watt Toolkit（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原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Steam++）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的“优化连接路径”主要通过以下操作实现稳定访问：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修改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Hosts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文件、智能选路、本地代理/端口转发、缓存优化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</p:txBody>
      </p:sp>
      <p:grpSp>
        <p:nvGrpSpPr>
          <p:cNvPr id="11" name="组 10"/>
          <p:cNvGrpSpPr/>
          <p:nvPr/>
        </p:nvGrpSpPr>
        <p:grpSpPr>
          <a:xfrm>
            <a:off x="8890635" y="3416935"/>
            <a:ext cx="2425065" cy="2894330"/>
            <a:chOff x="953326" y="1604200"/>
            <a:chExt cx="3203818" cy="3649107"/>
          </a:xfrm>
          <a:solidFill>
            <a:srgbClr val="F8F6F3"/>
          </a:solidFill>
        </p:grpSpPr>
        <p:grpSp>
          <p:nvGrpSpPr>
            <p:cNvPr id="2" name="Group 24"/>
            <p:cNvGrpSpPr/>
            <p:nvPr/>
          </p:nvGrpSpPr>
          <p:grpSpPr>
            <a:xfrm rot="19960150">
              <a:off x="3473071" y="1919475"/>
              <a:ext cx="660855" cy="3333832"/>
              <a:chOff x="0" y="-1"/>
              <a:chExt cx="222665" cy="1123294"/>
            </a:xfrm>
            <a:grpFill/>
          </p:grpSpPr>
          <p:sp>
            <p:nvSpPr>
              <p:cNvPr id="3" name="chenying0907 20"/>
              <p:cNvSpPr/>
              <p:nvPr/>
            </p:nvSpPr>
            <p:spPr>
              <a:xfrm>
                <a:off x="12679" y="165100"/>
                <a:ext cx="209986" cy="742430"/>
              </a:xfrm>
              <a:custGeom>
                <a:avLst/>
                <a:gdLst>
                  <a:gd name="connsiteX0" fmla="*/ 19779 w 20578"/>
                  <a:gd name="connsiteY0" fmla="*/ 21600 h 21600"/>
                  <a:gd name="connsiteX1" fmla="*/ 19877 w 20578"/>
                  <a:gd name="connsiteY1" fmla="*/ 17107 h 21600"/>
                  <a:gd name="connsiteX2" fmla="*/ 15824 w 20578"/>
                  <a:gd name="connsiteY2" fmla="*/ 0 h 21600"/>
                  <a:gd name="connsiteX3" fmla="*/ 1 w 20578"/>
                  <a:gd name="connsiteY3" fmla="*/ 0 h 21600"/>
                  <a:gd name="connsiteX4" fmla="*/ 775 w 20578"/>
                  <a:gd name="connsiteY4" fmla="*/ 1843 h 21600"/>
                  <a:gd name="connsiteX5" fmla="*/ 1506 w 20578"/>
                  <a:gd name="connsiteY5" fmla="*/ 15903 h 21600"/>
                  <a:gd name="connsiteX6" fmla="*/ 37 w 20578"/>
                  <a:gd name="connsiteY6" fmla="*/ 21376 h 21600"/>
                  <a:gd name="connsiteX0-1" fmla="*/ 19781 w 20580"/>
                  <a:gd name="connsiteY0-2" fmla="*/ 21600 h 21600"/>
                  <a:gd name="connsiteX1-3" fmla="*/ 19879 w 20580"/>
                  <a:gd name="connsiteY1-4" fmla="*/ 17107 h 21600"/>
                  <a:gd name="connsiteX2-5" fmla="*/ 15826 w 20580"/>
                  <a:gd name="connsiteY2-6" fmla="*/ 0 h 21600"/>
                  <a:gd name="connsiteX3-7" fmla="*/ 3 w 20580"/>
                  <a:gd name="connsiteY3-8" fmla="*/ 0 h 21600"/>
                  <a:gd name="connsiteX4-9" fmla="*/ 777 w 20580"/>
                  <a:gd name="connsiteY4-10" fmla="*/ 1843 h 21600"/>
                  <a:gd name="connsiteX5-11" fmla="*/ 1362 w 20580"/>
                  <a:gd name="connsiteY5-12" fmla="*/ 16761 h 21600"/>
                  <a:gd name="connsiteX6-13" fmla="*/ 39 w 20580"/>
                  <a:gd name="connsiteY6-14" fmla="*/ 21376 h 21600"/>
                  <a:gd name="connsiteX0-15" fmla="*/ 19781 w 20580"/>
                  <a:gd name="connsiteY0-16" fmla="*/ 22107 h 22107"/>
                  <a:gd name="connsiteX1-17" fmla="*/ 19879 w 20580"/>
                  <a:gd name="connsiteY1-18" fmla="*/ 17614 h 22107"/>
                  <a:gd name="connsiteX2-19" fmla="*/ 16092 w 20580"/>
                  <a:gd name="connsiteY2-20" fmla="*/ 1554 h 22107"/>
                  <a:gd name="connsiteX3-21" fmla="*/ 15826 w 20580"/>
                  <a:gd name="connsiteY3-22" fmla="*/ 507 h 22107"/>
                  <a:gd name="connsiteX4-23" fmla="*/ 3 w 20580"/>
                  <a:gd name="connsiteY4-24" fmla="*/ 507 h 22107"/>
                  <a:gd name="connsiteX5-25" fmla="*/ 777 w 20580"/>
                  <a:gd name="connsiteY5-26" fmla="*/ 2350 h 22107"/>
                  <a:gd name="connsiteX6-27" fmla="*/ 1362 w 20580"/>
                  <a:gd name="connsiteY6-28" fmla="*/ 17268 h 22107"/>
                  <a:gd name="connsiteX7" fmla="*/ 39 w 20580"/>
                  <a:gd name="connsiteY7" fmla="*/ 21883 h 22107"/>
                  <a:gd name="connsiteX0-29" fmla="*/ 19781 w 20580"/>
                  <a:gd name="connsiteY0-30" fmla="*/ 21600 h 21600"/>
                  <a:gd name="connsiteX1-31" fmla="*/ 19879 w 20580"/>
                  <a:gd name="connsiteY1-32" fmla="*/ 17107 h 21600"/>
                  <a:gd name="connsiteX2-33" fmla="*/ 17646 w 20580"/>
                  <a:gd name="connsiteY2-34" fmla="*/ 7130 h 21600"/>
                  <a:gd name="connsiteX3-35" fmla="*/ 16092 w 20580"/>
                  <a:gd name="connsiteY3-36" fmla="*/ 1047 h 21600"/>
                  <a:gd name="connsiteX4-37" fmla="*/ 15826 w 20580"/>
                  <a:gd name="connsiteY4-38" fmla="*/ 0 h 21600"/>
                  <a:gd name="connsiteX5-39" fmla="*/ 3 w 20580"/>
                  <a:gd name="connsiteY5-40" fmla="*/ 0 h 21600"/>
                  <a:gd name="connsiteX6-41" fmla="*/ 777 w 20580"/>
                  <a:gd name="connsiteY6-42" fmla="*/ 1843 h 21600"/>
                  <a:gd name="connsiteX7-43" fmla="*/ 1362 w 20580"/>
                  <a:gd name="connsiteY7-44" fmla="*/ 16761 h 21600"/>
                  <a:gd name="connsiteX8" fmla="*/ 39 w 20580"/>
                  <a:gd name="connsiteY8" fmla="*/ 21376 h 21600"/>
                  <a:gd name="connsiteX0-45" fmla="*/ 19781 w 20655"/>
                  <a:gd name="connsiteY0-46" fmla="*/ 21600 h 21600"/>
                  <a:gd name="connsiteX1-47" fmla="*/ 19879 w 20655"/>
                  <a:gd name="connsiteY1-48" fmla="*/ 17107 h 21600"/>
                  <a:gd name="connsiteX2-49" fmla="*/ 16092 w 20655"/>
                  <a:gd name="connsiteY2-50" fmla="*/ 1047 h 21600"/>
                  <a:gd name="connsiteX3-51" fmla="*/ 15826 w 20655"/>
                  <a:gd name="connsiteY3-52" fmla="*/ 0 h 21600"/>
                  <a:gd name="connsiteX4-53" fmla="*/ 3 w 20655"/>
                  <a:gd name="connsiteY4-54" fmla="*/ 0 h 21600"/>
                  <a:gd name="connsiteX5-55" fmla="*/ 777 w 20655"/>
                  <a:gd name="connsiteY5-56" fmla="*/ 1843 h 21600"/>
                  <a:gd name="connsiteX6-57" fmla="*/ 1362 w 20655"/>
                  <a:gd name="connsiteY6-58" fmla="*/ 16761 h 21600"/>
                  <a:gd name="connsiteX7-59" fmla="*/ 39 w 20655"/>
                  <a:gd name="connsiteY7-60" fmla="*/ 21376 h 21600"/>
                  <a:gd name="connsiteX0-61" fmla="*/ 19781 w 20655"/>
                  <a:gd name="connsiteY0-62" fmla="*/ 21600 h 21600"/>
                  <a:gd name="connsiteX1-63" fmla="*/ 19879 w 20655"/>
                  <a:gd name="connsiteY1-64" fmla="*/ 17107 h 21600"/>
                  <a:gd name="connsiteX2-65" fmla="*/ 17432 w 20655"/>
                  <a:gd name="connsiteY2-66" fmla="*/ 7098 h 21600"/>
                  <a:gd name="connsiteX3-67" fmla="*/ 16092 w 20655"/>
                  <a:gd name="connsiteY3-68" fmla="*/ 1047 h 21600"/>
                  <a:gd name="connsiteX4-69" fmla="*/ 15826 w 20655"/>
                  <a:gd name="connsiteY4-70" fmla="*/ 0 h 21600"/>
                  <a:gd name="connsiteX5-71" fmla="*/ 3 w 20655"/>
                  <a:gd name="connsiteY5-72" fmla="*/ 0 h 21600"/>
                  <a:gd name="connsiteX6-73" fmla="*/ 777 w 20655"/>
                  <a:gd name="connsiteY6-74" fmla="*/ 1843 h 21600"/>
                  <a:gd name="connsiteX7-75" fmla="*/ 1362 w 20655"/>
                  <a:gd name="connsiteY7-76" fmla="*/ 16761 h 21600"/>
                  <a:gd name="connsiteX8-77" fmla="*/ 39 w 20655"/>
                  <a:gd name="connsiteY8-78" fmla="*/ 21376 h 21600"/>
                  <a:gd name="connsiteX0-79" fmla="*/ 19781 w 20655"/>
                  <a:gd name="connsiteY0-80" fmla="*/ 21600 h 21600"/>
                  <a:gd name="connsiteX1-81" fmla="*/ 19879 w 20655"/>
                  <a:gd name="connsiteY1-82" fmla="*/ 17107 h 21600"/>
                  <a:gd name="connsiteX2-83" fmla="*/ 16092 w 20655"/>
                  <a:gd name="connsiteY2-84" fmla="*/ 1047 h 21600"/>
                  <a:gd name="connsiteX3-85" fmla="*/ 15826 w 20655"/>
                  <a:gd name="connsiteY3-86" fmla="*/ 0 h 21600"/>
                  <a:gd name="connsiteX4-87" fmla="*/ 3 w 20655"/>
                  <a:gd name="connsiteY4-88" fmla="*/ 0 h 21600"/>
                  <a:gd name="connsiteX5-89" fmla="*/ 777 w 20655"/>
                  <a:gd name="connsiteY5-90" fmla="*/ 1843 h 21600"/>
                  <a:gd name="connsiteX6-91" fmla="*/ 1362 w 20655"/>
                  <a:gd name="connsiteY6-92" fmla="*/ 16761 h 21600"/>
                  <a:gd name="connsiteX7-93" fmla="*/ 39 w 20655"/>
                  <a:gd name="connsiteY7-94" fmla="*/ 21376 h 216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43" y="connsiteY7-44"/>
                  </a:cxn>
                </a:cxnLst>
                <a:rect l="l" t="t" r="r" b="b"/>
                <a:pathLst>
                  <a:path w="20655" h="21600" extrusionOk="0">
                    <a:moveTo>
                      <a:pt x="19781" y="21600"/>
                    </a:moveTo>
                    <a:cubicBezTo>
                      <a:pt x="21310" y="19799"/>
                      <a:pt x="20494" y="20533"/>
                      <a:pt x="19879" y="17107"/>
                    </a:cubicBezTo>
                    <a:cubicBezTo>
                      <a:pt x="19264" y="13682"/>
                      <a:pt x="16767" y="3898"/>
                      <a:pt x="16092" y="1047"/>
                    </a:cubicBezTo>
                    <a:cubicBezTo>
                      <a:pt x="15789" y="-141"/>
                      <a:pt x="18507" y="174"/>
                      <a:pt x="15826" y="0"/>
                    </a:cubicBezTo>
                    <a:lnTo>
                      <a:pt x="3" y="0"/>
                    </a:lnTo>
                    <a:lnTo>
                      <a:pt x="777" y="1843"/>
                    </a:lnTo>
                    <a:cubicBezTo>
                      <a:pt x="765" y="4727"/>
                      <a:pt x="1073" y="13883"/>
                      <a:pt x="1362" y="16761"/>
                    </a:cubicBezTo>
                    <a:cubicBezTo>
                      <a:pt x="1544" y="18573"/>
                      <a:pt x="-290" y="19629"/>
                      <a:pt x="39" y="21376"/>
                    </a:cubicBezTo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4" name="chenying0907 21"/>
              <p:cNvSpPr/>
              <p:nvPr/>
            </p:nvSpPr>
            <p:spPr>
              <a:xfrm>
                <a:off x="12700" y="889000"/>
                <a:ext cx="199716" cy="17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4" extrusionOk="0">
                    <a:moveTo>
                      <a:pt x="21600" y="0"/>
                    </a:moveTo>
                    <a:cubicBezTo>
                      <a:pt x="18923" y="21600"/>
                      <a:pt x="5182" y="19974"/>
                      <a:pt x="0" y="11161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5" name="chenying0907 22"/>
              <p:cNvSpPr/>
              <p:nvPr/>
            </p:nvSpPr>
            <p:spPr>
              <a:xfrm>
                <a:off x="0" y="-1"/>
                <a:ext cx="169627" cy="156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99" extrusionOk="0">
                    <a:moveTo>
                      <a:pt x="21600" y="21399"/>
                    </a:moveTo>
                    <a:cubicBezTo>
                      <a:pt x="21600" y="14641"/>
                      <a:pt x="20714" y="6540"/>
                      <a:pt x="20597" y="325"/>
                    </a:cubicBezTo>
                    <a:cubicBezTo>
                      <a:pt x="13874" y="-42"/>
                      <a:pt x="6603" y="-201"/>
                      <a:pt x="0" y="411"/>
                    </a:cubicBezTo>
                    <a:cubicBezTo>
                      <a:pt x="771" y="6724"/>
                      <a:pt x="1612" y="13779"/>
                      <a:pt x="1316" y="20126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6" name="chenying0907 23"/>
              <p:cNvSpPr/>
              <p:nvPr/>
            </p:nvSpPr>
            <p:spPr>
              <a:xfrm>
                <a:off x="12700" y="889000"/>
                <a:ext cx="200707" cy="2342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472" y="7302"/>
                      <a:pt x="6555" y="15634"/>
                      <a:pt x="11604" y="21600"/>
                    </a:cubicBezTo>
                    <a:cubicBezTo>
                      <a:pt x="14587" y="14593"/>
                      <a:pt x="19470" y="7960"/>
                      <a:pt x="21600" y="709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sp>
          <p:nvSpPr>
            <p:cNvPr id="9" name="chenying0907 109"/>
            <p:cNvSpPr/>
            <p:nvPr/>
          </p:nvSpPr>
          <p:spPr>
            <a:xfrm rot="19960150">
              <a:off x="953326" y="1604200"/>
              <a:ext cx="3203818" cy="3051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252" extrusionOk="0">
                  <a:moveTo>
                    <a:pt x="0" y="11486"/>
                  </a:moveTo>
                  <a:cubicBezTo>
                    <a:pt x="6297" y="11810"/>
                    <a:pt x="8452" y="9094"/>
                    <a:pt x="10432" y="6445"/>
                  </a:cubicBezTo>
                  <a:cubicBezTo>
                    <a:pt x="11413" y="5133"/>
                    <a:pt x="12361" y="62"/>
                    <a:pt x="14424" y="1"/>
                  </a:cubicBezTo>
                  <a:cubicBezTo>
                    <a:pt x="15769" y="-39"/>
                    <a:pt x="16223" y="2237"/>
                    <a:pt x="16082" y="3272"/>
                  </a:cubicBezTo>
                  <a:cubicBezTo>
                    <a:pt x="15861" y="4889"/>
                    <a:pt x="14041" y="6135"/>
                    <a:pt x="14194" y="7965"/>
                  </a:cubicBezTo>
                  <a:cubicBezTo>
                    <a:pt x="14390" y="10301"/>
                    <a:pt x="17861" y="9673"/>
                    <a:pt x="19260" y="10227"/>
                  </a:cubicBezTo>
                  <a:cubicBezTo>
                    <a:pt x="19766" y="10428"/>
                    <a:pt x="21231" y="11033"/>
                    <a:pt x="21376" y="11673"/>
                  </a:cubicBezTo>
                  <a:cubicBezTo>
                    <a:pt x="21570" y="12535"/>
                    <a:pt x="20193" y="13225"/>
                    <a:pt x="19575" y="13518"/>
                  </a:cubicBezTo>
                  <a:cubicBezTo>
                    <a:pt x="20100" y="13794"/>
                    <a:pt x="21600" y="14815"/>
                    <a:pt x="21175" y="15661"/>
                  </a:cubicBezTo>
                  <a:cubicBezTo>
                    <a:pt x="20946" y="16116"/>
                    <a:pt x="20069" y="16279"/>
                    <a:pt x="19912" y="16721"/>
                  </a:cubicBezTo>
                  <a:cubicBezTo>
                    <a:pt x="19755" y="17170"/>
                    <a:pt x="20477" y="17215"/>
                    <a:pt x="20793" y="17467"/>
                  </a:cubicBezTo>
                  <a:cubicBezTo>
                    <a:pt x="21207" y="17798"/>
                    <a:pt x="21392" y="18222"/>
                    <a:pt x="21094" y="18674"/>
                  </a:cubicBezTo>
                  <a:cubicBezTo>
                    <a:pt x="20996" y="18822"/>
                    <a:pt x="20711" y="18995"/>
                    <a:pt x="20448" y="19175"/>
                  </a:cubicBezTo>
                  <a:cubicBezTo>
                    <a:pt x="20191" y="19349"/>
                    <a:pt x="19956" y="19529"/>
                    <a:pt x="19937" y="19697"/>
                  </a:cubicBezTo>
                  <a:cubicBezTo>
                    <a:pt x="19902" y="20016"/>
                    <a:pt x="20352" y="20019"/>
                    <a:pt x="20495" y="20232"/>
                  </a:cubicBezTo>
                  <a:cubicBezTo>
                    <a:pt x="21389" y="21561"/>
                    <a:pt x="18668" y="21213"/>
                    <a:pt x="18243" y="21207"/>
                  </a:cubicBezTo>
                  <a:cubicBezTo>
                    <a:pt x="15548" y="21174"/>
                    <a:pt x="12492" y="21415"/>
                    <a:pt x="9278" y="20028"/>
                  </a:cubicBezTo>
                  <a:cubicBezTo>
                    <a:pt x="6757" y="18941"/>
                    <a:pt x="4040" y="19440"/>
                    <a:pt x="1192" y="19163"/>
                  </a:cubicBezTo>
                </a:path>
              </a:pathLst>
            </a:custGeom>
            <a:grpFill/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  <p:bldP spid="19" grpId="0"/>
      <p:bldP spid="1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22902" y="3919884"/>
            <a:ext cx="1554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阶段二</a:t>
            </a:r>
            <a:endParaRPr kumimoji="1" lang="zh-CN" altLang="en-US" sz="36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11" name="Group 70"/>
          <p:cNvGrpSpPr/>
          <p:nvPr/>
        </p:nvGrpSpPr>
        <p:grpSpPr>
          <a:xfrm>
            <a:off x="1798278" y="-226774"/>
            <a:ext cx="8602626" cy="8079856"/>
            <a:chOff x="0" y="0"/>
            <a:chExt cx="2335459" cy="2193537"/>
          </a:xfrm>
        </p:grpSpPr>
        <p:sp>
          <p:nvSpPr>
            <p:cNvPr id="1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4" name="chenying0907 68"/>
            <p:cNvSpPr/>
            <p:nvPr/>
          </p:nvSpPr>
          <p:spPr>
            <a:xfrm>
              <a:off x="1130300" y="1600199"/>
              <a:ext cx="16672" cy="33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5" name="chenying0907 69"/>
            <p:cNvSpPr/>
            <p:nvPr/>
          </p:nvSpPr>
          <p:spPr>
            <a:xfrm>
              <a:off x="990600" y="1955799"/>
              <a:ext cx="284801" cy="237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35" h="17669" extrusionOk="0">
                  <a:moveTo>
                    <a:pt x="13789" y="13529"/>
                  </a:moveTo>
                  <a:cubicBezTo>
                    <a:pt x="19485" y="4044"/>
                    <a:pt x="10745" y="-2666"/>
                    <a:pt x="4561" y="1034"/>
                  </a:cubicBezTo>
                  <a:cubicBezTo>
                    <a:pt x="-65" y="3803"/>
                    <a:pt x="-2115" y="11785"/>
                    <a:pt x="2972" y="15848"/>
                  </a:cubicBezTo>
                  <a:cubicBezTo>
                    <a:pt x="6834" y="18934"/>
                    <a:pt x="11071" y="18055"/>
                    <a:pt x="13789" y="1352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6" name="组 15"/>
          <p:cNvGrpSpPr/>
          <p:nvPr/>
        </p:nvGrpSpPr>
        <p:grpSpPr>
          <a:xfrm>
            <a:off x="4431238" y="1508012"/>
            <a:ext cx="2360904" cy="2195308"/>
            <a:chOff x="4431238" y="1508012"/>
            <a:chExt cx="2360904" cy="2195308"/>
          </a:xfrm>
        </p:grpSpPr>
        <p:sp>
          <p:nvSpPr>
            <p:cNvPr id="1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rgbClr val="FDD67A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466382" y="1833012"/>
              <a:ext cx="69762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8000">
                  <a:solidFill>
                    <a:schemeClr val="tx2"/>
                  </a:solidFill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2</a:t>
              </a:r>
              <a:endParaRPr kumimoji="1" lang="zh-CN" altLang="en-US" sz="8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/>
          <p:cNvCxnSpPr/>
          <p:nvPr/>
        </p:nvCxnSpPr>
        <p:spPr>
          <a:xfrm flipH="1">
            <a:off x="7225499" y="3133575"/>
            <a:ext cx="2051166" cy="4284878"/>
          </a:xfrm>
          <a:prstGeom prst="line">
            <a:avLst/>
          </a:prstGeom>
          <a:noFill/>
          <a:ln w="38100" cap="flat">
            <a:solidFill>
              <a:schemeClr val="accent4"/>
            </a:solidFill>
            <a:prstDash val="lgDashDot"/>
            <a:miter lim="400000"/>
          </a:ln>
          <a:effectLst/>
        </p:spPr>
      </p:cxnSp>
      <p:cxnSp>
        <p:nvCxnSpPr>
          <p:cNvPr id="25" name="直线连接符 24"/>
          <p:cNvCxnSpPr/>
          <p:nvPr/>
        </p:nvCxnSpPr>
        <p:spPr>
          <a:xfrm flipH="1" flipV="1">
            <a:off x="-721545" y="135125"/>
            <a:ext cx="8933378" cy="1099869"/>
          </a:xfrm>
          <a:prstGeom prst="line">
            <a:avLst/>
          </a:prstGeom>
          <a:noFill/>
          <a:ln w="38100" cap="flat">
            <a:solidFill>
              <a:schemeClr val="accent4"/>
            </a:solidFill>
            <a:prstDash val="lgDashDot"/>
            <a:miter lim="400000"/>
          </a:ln>
          <a:effectLst/>
        </p:spPr>
      </p:cxnSp>
      <p:grpSp>
        <p:nvGrpSpPr>
          <p:cNvPr id="21" name="组 20"/>
          <p:cNvGrpSpPr/>
          <p:nvPr/>
        </p:nvGrpSpPr>
        <p:grpSpPr>
          <a:xfrm>
            <a:off x="8012351" y="1936096"/>
            <a:ext cx="775336" cy="938951"/>
            <a:chOff x="8012351" y="1936096"/>
            <a:chExt cx="775336" cy="938951"/>
          </a:xfrm>
        </p:grpSpPr>
        <p:sp>
          <p:nvSpPr>
            <p:cNvPr id="6" name="chenying0907 63"/>
            <p:cNvSpPr/>
            <p:nvPr/>
          </p:nvSpPr>
          <p:spPr>
            <a:xfrm>
              <a:off x="8012351" y="1936096"/>
              <a:ext cx="775336" cy="938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2" h="20210" extrusionOk="0">
                  <a:moveTo>
                    <a:pt x="5196" y="0"/>
                  </a:moveTo>
                  <a:cubicBezTo>
                    <a:pt x="-562" y="3892"/>
                    <a:pt x="-1328" y="9064"/>
                    <a:pt x="1882" y="14521"/>
                  </a:cubicBezTo>
                  <a:cubicBezTo>
                    <a:pt x="5509" y="20686"/>
                    <a:pt x="15589" y="21600"/>
                    <a:pt x="20272" y="18419"/>
                  </a:cubicBezTo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2" name="chenying0907 69"/>
            <p:cNvSpPr/>
            <p:nvPr/>
          </p:nvSpPr>
          <p:spPr>
            <a:xfrm>
              <a:off x="8171505" y="2254404"/>
              <a:ext cx="248368" cy="344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6" extrusionOk="0">
                  <a:moveTo>
                    <a:pt x="3804" y="0"/>
                  </a:moveTo>
                  <a:cubicBezTo>
                    <a:pt x="1682" y="2528"/>
                    <a:pt x="720" y="6989"/>
                    <a:pt x="0" y="9644"/>
                  </a:cubicBezTo>
                  <a:cubicBezTo>
                    <a:pt x="3959" y="9042"/>
                    <a:pt x="9361" y="10535"/>
                    <a:pt x="13386" y="9998"/>
                  </a:cubicBezTo>
                  <a:cubicBezTo>
                    <a:pt x="11808" y="13338"/>
                    <a:pt x="13382" y="17337"/>
                    <a:pt x="10481" y="20910"/>
                  </a:cubicBezTo>
                  <a:cubicBezTo>
                    <a:pt x="13735" y="21163"/>
                    <a:pt x="18256" y="21600"/>
                    <a:pt x="21600" y="21123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20" name="组 19"/>
          <p:cNvGrpSpPr/>
          <p:nvPr/>
        </p:nvGrpSpPr>
        <p:grpSpPr>
          <a:xfrm>
            <a:off x="8126031" y="1026643"/>
            <a:ext cx="3586589" cy="5083192"/>
            <a:chOff x="8126031" y="1026643"/>
            <a:chExt cx="3586589" cy="5083192"/>
          </a:xfrm>
        </p:grpSpPr>
        <p:sp>
          <p:nvSpPr>
            <p:cNvPr id="3" name="chenying0907 60"/>
            <p:cNvSpPr/>
            <p:nvPr/>
          </p:nvSpPr>
          <p:spPr>
            <a:xfrm>
              <a:off x="8535286" y="1299479"/>
              <a:ext cx="1626209" cy="1841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2" h="21600" extrusionOk="0">
                  <a:moveTo>
                    <a:pt x="20714" y="0"/>
                  </a:moveTo>
                  <a:cubicBezTo>
                    <a:pt x="20560" y="340"/>
                    <a:pt x="21409" y="1795"/>
                    <a:pt x="21485" y="2244"/>
                  </a:cubicBezTo>
                  <a:cubicBezTo>
                    <a:pt x="21600" y="2926"/>
                    <a:pt x="21557" y="3608"/>
                    <a:pt x="21211" y="4236"/>
                  </a:cubicBezTo>
                  <a:cubicBezTo>
                    <a:pt x="20383" y="5739"/>
                    <a:pt x="18269" y="6573"/>
                    <a:pt x="16661" y="7258"/>
                  </a:cubicBezTo>
                  <a:cubicBezTo>
                    <a:pt x="17031" y="7100"/>
                    <a:pt x="12271" y="14800"/>
                    <a:pt x="9563" y="21600"/>
                  </a:cubicBezTo>
                  <a:cubicBezTo>
                    <a:pt x="7479" y="20527"/>
                    <a:pt x="5410" y="19314"/>
                    <a:pt x="3640" y="17857"/>
                  </a:cubicBezTo>
                  <a:cubicBezTo>
                    <a:pt x="2045" y="16544"/>
                    <a:pt x="471" y="15283"/>
                    <a:pt x="0" y="13334"/>
                  </a:cubicBezTo>
                  <a:cubicBezTo>
                    <a:pt x="5847" y="14455"/>
                    <a:pt x="10463" y="9898"/>
                    <a:pt x="13582" y="6209"/>
                  </a:cubicBezTo>
                  <a:cubicBezTo>
                    <a:pt x="14725" y="4857"/>
                    <a:pt x="16375" y="4288"/>
                    <a:pt x="17836" y="3260"/>
                  </a:cubicBezTo>
                  <a:cubicBezTo>
                    <a:pt x="19094" y="2376"/>
                    <a:pt x="20115" y="1325"/>
                    <a:pt x="20714" y="0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4" name="chenying0907 61"/>
            <p:cNvSpPr/>
            <p:nvPr/>
          </p:nvSpPr>
          <p:spPr>
            <a:xfrm>
              <a:off x="11218173" y="3459429"/>
              <a:ext cx="494447" cy="456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0996" extrusionOk="0">
                  <a:moveTo>
                    <a:pt x="21399" y="9595"/>
                  </a:moveTo>
                  <a:cubicBezTo>
                    <a:pt x="21600" y="7156"/>
                    <a:pt x="21001" y="4989"/>
                    <a:pt x="19823" y="2927"/>
                  </a:cubicBezTo>
                  <a:cubicBezTo>
                    <a:pt x="19477" y="2320"/>
                    <a:pt x="19164" y="1448"/>
                    <a:pt x="18637" y="1004"/>
                  </a:cubicBezTo>
                  <a:cubicBezTo>
                    <a:pt x="18088" y="540"/>
                    <a:pt x="16063" y="423"/>
                    <a:pt x="15795" y="0"/>
                  </a:cubicBezTo>
                  <a:cubicBezTo>
                    <a:pt x="17162" y="2167"/>
                    <a:pt x="16400" y="6177"/>
                    <a:pt x="15405" y="8322"/>
                  </a:cubicBezTo>
                  <a:cubicBezTo>
                    <a:pt x="12323" y="14966"/>
                    <a:pt x="5515" y="13694"/>
                    <a:pt x="0" y="15734"/>
                  </a:cubicBezTo>
                  <a:cubicBezTo>
                    <a:pt x="1943" y="20095"/>
                    <a:pt x="5426" y="21600"/>
                    <a:pt x="9623" y="20783"/>
                  </a:cubicBezTo>
                  <a:cubicBezTo>
                    <a:pt x="10510" y="20611"/>
                    <a:pt x="11429" y="20334"/>
                    <a:pt x="12372" y="19941"/>
                  </a:cubicBezTo>
                  <a:cubicBezTo>
                    <a:pt x="15962" y="18450"/>
                    <a:pt x="21035" y="13980"/>
                    <a:pt x="21399" y="9595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5" name="chenying0907 62"/>
            <p:cNvSpPr/>
            <p:nvPr/>
          </p:nvSpPr>
          <p:spPr>
            <a:xfrm>
              <a:off x="9535685" y="5755798"/>
              <a:ext cx="1580309" cy="354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11" extrusionOk="0">
                  <a:moveTo>
                    <a:pt x="10806" y="11088"/>
                  </a:moveTo>
                  <a:cubicBezTo>
                    <a:pt x="11834" y="10437"/>
                    <a:pt x="12850" y="9582"/>
                    <a:pt x="13838" y="8316"/>
                  </a:cubicBezTo>
                  <a:cubicBezTo>
                    <a:pt x="14557" y="7396"/>
                    <a:pt x="17518" y="4422"/>
                    <a:pt x="17477" y="0"/>
                  </a:cubicBezTo>
                  <a:cubicBezTo>
                    <a:pt x="17783" y="2619"/>
                    <a:pt x="18348" y="3388"/>
                    <a:pt x="18792" y="5333"/>
                  </a:cubicBezTo>
                  <a:cubicBezTo>
                    <a:pt x="19218" y="7200"/>
                    <a:pt x="19515" y="9991"/>
                    <a:pt x="19897" y="12067"/>
                  </a:cubicBezTo>
                  <a:cubicBezTo>
                    <a:pt x="20113" y="13238"/>
                    <a:pt x="21239" y="20345"/>
                    <a:pt x="21600" y="20316"/>
                  </a:cubicBezTo>
                  <a:cubicBezTo>
                    <a:pt x="18674" y="20549"/>
                    <a:pt x="16112" y="20413"/>
                    <a:pt x="13392" y="20232"/>
                  </a:cubicBezTo>
                  <a:cubicBezTo>
                    <a:pt x="8972" y="19939"/>
                    <a:pt x="4397" y="21600"/>
                    <a:pt x="0" y="19638"/>
                  </a:cubicBezTo>
                  <a:cubicBezTo>
                    <a:pt x="3364" y="13159"/>
                    <a:pt x="7167" y="13393"/>
                    <a:pt x="10806" y="1108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" name="chenying0907 64"/>
            <p:cNvSpPr/>
            <p:nvPr/>
          </p:nvSpPr>
          <p:spPr>
            <a:xfrm>
              <a:off x="8126031" y="1026643"/>
              <a:ext cx="2063237" cy="2106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1" h="21595" extrusionOk="0">
                  <a:moveTo>
                    <a:pt x="15936" y="45"/>
                  </a:moveTo>
                  <a:cubicBezTo>
                    <a:pt x="17139" y="254"/>
                    <a:pt x="18196" y="1159"/>
                    <a:pt x="18862" y="2228"/>
                  </a:cubicBezTo>
                  <a:cubicBezTo>
                    <a:pt x="21142" y="5887"/>
                    <a:pt x="19099" y="7580"/>
                    <a:pt x="16211" y="9061"/>
                  </a:cubicBezTo>
                  <a:cubicBezTo>
                    <a:pt x="16480" y="8923"/>
                    <a:pt x="13025" y="15652"/>
                    <a:pt x="11059" y="21595"/>
                  </a:cubicBezTo>
                  <a:cubicBezTo>
                    <a:pt x="6046" y="18488"/>
                    <a:pt x="3336" y="15042"/>
                    <a:pt x="1442" y="9710"/>
                  </a:cubicBezTo>
                  <a:cubicBezTo>
                    <a:pt x="1090" y="8720"/>
                    <a:pt x="-458" y="4146"/>
                    <a:pt x="133" y="2061"/>
                  </a:cubicBezTo>
                  <a:cubicBezTo>
                    <a:pt x="3247" y="2705"/>
                    <a:pt x="7613" y="2486"/>
                    <a:pt x="11476" y="2408"/>
                  </a:cubicBezTo>
                  <a:cubicBezTo>
                    <a:pt x="11747" y="2496"/>
                    <a:pt x="14442" y="25"/>
                    <a:pt x="15333" y="1"/>
                  </a:cubicBezTo>
                  <a:cubicBezTo>
                    <a:pt x="15537" y="-5"/>
                    <a:pt x="15738" y="10"/>
                    <a:pt x="15936" y="45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8" name="chenying0907 65"/>
            <p:cNvSpPr/>
            <p:nvPr/>
          </p:nvSpPr>
          <p:spPr>
            <a:xfrm>
              <a:off x="9422003" y="1458633"/>
              <a:ext cx="393380" cy="454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340" y="14850"/>
                    <a:pt x="6069" y="7961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9" name="chenying0907 66"/>
            <p:cNvSpPr/>
            <p:nvPr/>
          </p:nvSpPr>
          <p:spPr>
            <a:xfrm>
              <a:off x="9922202" y="1731467"/>
              <a:ext cx="350438" cy="286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28" extrusionOk="0">
                  <a:moveTo>
                    <a:pt x="14014" y="0"/>
                  </a:moveTo>
                  <a:cubicBezTo>
                    <a:pt x="16818" y="2910"/>
                    <a:pt x="18719" y="4860"/>
                    <a:pt x="21600" y="7730"/>
                  </a:cubicBezTo>
                  <a:cubicBezTo>
                    <a:pt x="18569" y="8782"/>
                    <a:pt x="6620" y="21600"/>
                    <a:pt x="0" y="6587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0" name="chenying0907 67"/>
            <p:cNvSpPr/>
            <p:nvPr/>
          </p:nvSpPr>
          <p:spPr>
            <a:xfrm>
              <a:off x="10058620" y="2027041"/>
              <a:ext cx="1109418" cy="1514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124" y="3783"/>
                    <a:pt x="9398" y="9521"/>
                    <a:pt x="13730" y="13804"/>
                  </a:cubicBezTo>
                  <a:cubicBezTo>
                    <a:pt x="15527" y="15581"/>
                    <a:pt x="19594" y="19943"/>
                    <a:pt x="21600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1" name="chenying0907 68"/>
            <p:cNvSpPr/>
            <p:nvPr/>
          </p:nvSpPr>
          <p:spPr>
            <a:xfrm>
              <a:off x="10263247" y="1890623"/>
              <a:ext cx="1215573" cy="1506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449" y="1811"/>
                    <a:pt x="7912" y="7379"/>
                    <a:pt x="9609" y="9367"/>
                  </a:cubicBezTo>
                  <a:cubicBezTo>
                    <a:pt x="13603" y="14049"/>
                    <a:pt x="17366" y="17210"/>
                    <a:pt x="21600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70"/>
            <p:cNvSpPr/>
            <p:nvPr/>
          </p:nvSpPr>
          <p:spPr>
            <a:xfrm>
              <a:off x="11127226" y="3391221"/>
              <a:ext cx="579574" cy="51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749" h="17575" extrusionOk="0">
                  <a:moveTo>
                    <a:pt x="17720" y="9189"/>
                  </a:moveTo>
                  <a:cubicBezTo>
                    <a:pt x="18363" y="1069"/>
                    <a:pt x="8297" y="-2458"/>
                    <a:pt x="3053" y="1850"/>
                  </a:cubicBezTo>
                  <a:cubicBezTo>
                    <a:pt x="-3237" y="7018"/>
                    <a:pt x="837" y="19142"/>
                    <a:pt x="9402" y="17407"/>
                  </a:cubicBezTo>
                  <a:cubicBezTo>
                    <a:pt x="10029" y="17280"/>
                    <a:pt x="10677" y="17076"/>
                    <a:pt x="11344" y="16788"/>
                  </a:cubicBezTo>
                  <a:cubicBezTo>
                    <a:pt x="13879" y="15693"/>
                    <a:pt x="17463" y="12409"/>
                    <a:pt x="17720" y="918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4" name="chenying0907 71"/>
            <p:cNvSpPr/>
            <p:nvPr/>
          </p:nvSpPr>
          <p:spPr>
            <a:xfrm>
              <a:off x="9944939" y="3891420"/>
              <a:ext cx="1282604" cy="1580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542" y="102"/>
                    <a:pt x="21062" y="339"/>
                    <a:pt x="20541" y="978"/>
                  </a:cubicBezTo>
                  <a:cubicBezTo>
                    <a:pt x="19239" y="2577"/>
                    <a:pt x="17284" y="4091"/>
                    <a:pt x="15796" y="5561"/>
                  </a:cubicBezTo>
                  <a:cubicBezTo>
                    <a:pt x="10441" y="10852"/>
                    <a:pt x="5279" y="16260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5" name="chenying0907 72"/>
            <p:cNvSpPr/>
            <p:nvPr/>
          </p:nvSpPr>
          <p:spPr>
            <a:xfrm>
              <a:off x="10376929" y="3868683"/>
              <a:ext cx="1205025" cy="1609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69" y="1652"/>
                    <a:pt x="17653" y="3878"/>
                    <a:pt x="16203" y="5064"/>
                  </a:cubicBezTo>
                  <a:cubicBezTo>
                    <a:pt x="12693" y="7935"/>
                    <a:pt x="10181" y="11364"/>
                    <a:pt x="6620" y="14221"/>
                  </a:cubicBezTo>
                  <a:cubicBezTo>
                    <a:pt x="3787" y="16494"/>
                    <a:pt x="2462" y="19311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6" name="chenying0907 73"/>
            <p:cNvSpPr/>
            <p:nvPr/>
          </p:nvSpPr>
          <p:spPr>
            <a:xfrm>
              <a:off x="9262849" y="5460224"/>
              <a:ext cx="252300" cy="22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1" extrusionOk="0">
                  <a:moveTo>
                    <a:pt x="5467" y="20521"/>
                  </a:moveTo>
                  <a:cubicBezTo>
                    <a:pt x="3631" y="15109"/>
                    <a:pt x="3342" y="13320"/>
                    <a:pt x="0" y="8678"/>
                  </a:cubicBezTo>
                  <a:cubicBezTo>
                    <a:pt x="2108" y="5304"/>
                    <a:pt x="10453" y="-1079"/>
                    <a:pt x="14584" y="157"/>
                  </a:cubicBezTo>
                  <a:cubicBezTo>
                    <a:pt x="19138" y="1518"/>
                    <a:pt x="19726" y="8016"/>
                    <a:pt x="21600" y="12706"/>
                  </a:cubicBezTo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7" name="chenying0907 74"/>
            <p:cNvSpPr/>
            <p:nvPr/>
          </p:nvSpPr>
          <p:spPr>
            <a:xfrm>
              <a:off x="8671704" y="5460224"/>
              <a:ext cx="2448196" cy="645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69" extrusionOk="0">
                  <a:moveTo>
                    <a:pt x="14009" y="252"/>
                  </a:moveTo>
                  <a:cubicBezTo>
                    <a:pt x="16943" y="1606"/>
                    <a:pt x="20097" y="11755"/>
                    <a:pt x="21600" y="20402"/>
                  </a:cubicBezTo>
                  <a:cubicBezTo>
                    <a:pt x="19711" y="20529"/>
                    <a:pt x="18057" y="20455"/>
                    <a:pt x="16301" y="20357"/>
                  </a:cubicBezTo>
                  <a:cubicBezTo>
                    <a:pt x="14010" y="20228"/>
                    <a:pt x="11629" y="20256"/>
                    <a:pt x="9330" y="20212"/>
                  </a:cubicBezTo>
                  <a:cubicBezTo>
                    <a:pt x="6212" y="20152"/>
                    <a:pt x="3110" y="20667"/>
                    <a:pt x="0" y="20050"/>
                  </a:cubicBezTo>
                  <a:cubicBezTo>
                    <a:pt x="933" y="18635"/>
                    <a:pt x="2612" y="13591"/>
                    <a:pt x="3266" y="12086"/>
                  </a:cubicBezTo>
                  <a:cubicBezTo>
                    <a:pt x="4290" y="9732"/>
                    <a:pt x="5377" y="7783"/>
                    <a:pt x="6484" y="5988"/>
                  </a:cubicBezTo>
                  <a:cubicBezTo>
                    <a:pt x="8792" y="2247"/>
                    <a:pt x="11443" y="-933"/>
                    <a:pt x="14009" y="252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18" name="chenying0907 148"/>
          <p:cNvSpPr/>
          <p:nvPr/>
        </p:nvSpPr>
        <p:spPr>
          <a:xfrm>
            <a:off x="4308475" y="1768793"/>
            <a:ext cx="3398520" cy="48323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通过</a:t>
            </a:r>
            <a:r>
              <a:rPr lang="en-US" altLang="zh-CN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Bash</a:t>
            </a:r>
            <a:r>
              <a:rPr lang="zh-CN" altLang="en-US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上传</a:t>
            </a:r>
            <a:endParaRPr lang="zh-CN" altLang="en-US" sz="1800" b="1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1.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准备阶段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进入项目目录：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cd/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文件地址 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初始化：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init</a:t>
            </a: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2.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创建文件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生成文件：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echo "# Hello,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曾新颜" &gt; 文件名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3.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暂存提交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暂存：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add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文件名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提交到本地仓库：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commit -m "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说明"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4.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推送至远端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关联远程仓库：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remote add origin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地址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推送到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main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分支：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push origin main</a:t>
            </a:r>
            <a:r>
              <a:rPr 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</a:t>
            </a:r>
            <a:endParaRPr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19" name="chenying0907 148"/>
          <p:cNvSpPr/>
          <p:nvPr/>
        </p:nvSpPr>
        <p:spPr>
          <a:xfrm>
            <a:off x="320614" y="1621097"/>
            <a:ext cx="3087156" cy="3652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关于</a:t>
            </a:r>
            <a:r>
              <a:rPr lang="en-US" altLang="zh-CN" sz="18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</a:t>
            </a: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是一个分布式版本控制系统，核心作用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有：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追踪代码/文件的每一次修改，记录谁、在何时、做了什么改动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支持多人协作开发，避免代码冲突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管理项目的版本演进，可随时回滚到历史版本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本质上管理的是文件的变化快照，而非完整文件副本，因此高效且轻量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0840" y="715841"/>
            <a:ext cx="2418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相关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知识</a:t>
            </a:r>
            <a:endParaRPr kumimoji="1" lang="zh-CN" altLang="en-US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enying0907 209"/>
          <p:cNvSpPr/>
          <p:nvPr/>
        </p:nvSpPr>
        <p:spPr>
          <a:xfrm rot="3758493">
            <a:off x="10016192" y="3539205"/>
            <a:ext cx="2954498" cy="2064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4" extrusionOk="0">
                <a:moveTo>
                  <a:pt x="0" y="11730"/>
                </a:moveTo>
                <a:cubicBezTo>
                  <a:pt x="550" y="11385"/>
                  <a:pt x="818" y="11200"/>
                  <a:pt x="1446" y="10869"/>
                </a:cubicBezTo>
                <a:cubicBezTo>
                  <a:pt x="3278" y="9905"/>
                  <a:pt x="4075" y="10600"/>
                  <a:pt x="4893" y="12949"/>
                </a:cubicBezTo>
                <a:cubicBezTo>
                  <a:pt x="5476" y="14623"/>
                  <a:pt x="6411" y="21325"/>
                  <a:pt x="8440" y="21003"/>
                </a:cubicBezTo>
                <a:cubicBezTo>
                  <a:pt x="10807" y="20628"/>
                  <a:pt x="9528" y="13017"/>
                  <a:pt x="9431" y="11082"/>
                </a:cubicBezTo>
                <a:cubicBezTo>
                  <a:pt x="9316" y="8800"/>
                  <a:pt x="8806" y="3250"/>
                  <a:pt x="11582" y="4352"/>
                </a:cubicBezTo>
                <a:cubicBezTo>
                  <a:pt x="13589" y="5149"/>
                  <a:pt x="14535" y="10567"/>
                  <a:pt x="16445" y="10863"/>
                </a:cubicBezTo>
                <a:cubicBezTo>
                  <a:pt x="18644" y="11204"/>
                  <a:pt x="17737" y="6638"/>
                  <a:pt x="17704" y="4600"/>
                </a:cubicBezTo>
                <a:cubicBezTo>
                  <a:pt x="17639" y="584"/>
                  <a:pt x="18794" y="-275"/>
                  <a:pt x="21600" y="69"/>
                </a:cubicBezTo>
              </a:path>
            </a:pathLst>
          </a:custGeom>
          <a:noFill/>
          <a:ln w="38100" cap="flat">
            <a:solidFill>
              <a:srgbClr val="46537A"/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grpSp>
        <p:nvGrpSpPr>
          <p:cNvPr id="14" name="组 13"/>
          <p:cNvGrpSpPr/>
          <p:nvPr/>
        </p:nvGrpSpPr>
        <p:grpSpPr>
          <a:xfrm>
            <a:off x="8614017" y="893261"/>
            <a:ext cx="2187025" cy="2569107"/>
            <a:chOff x="5943842" y="1013911"/>
            <a:chExt cx="2187025" cy="2569107"/>
          </a:xfrm>
        </p:grpSpPr>
        <p:sp>
          <p:nvSpPr>
            <p:cNvPr id="3" name="chenying0907 202"/>
            <p:cNvSpPr/>
            <p:nvPr/>
          </p:nvSpPr>
          <p:spPr>
            <a:xfrm rot="3758493">
              <a:off x="6440283" y="1924630"/>
              <a:ext cx="1816414" cy="510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22" extrusionOk="0">
                  <a:moveTo>
                    <a:pt x="21600" y="743"/>
                  </a:moveTo>
                  <a:cubicBezTo>
                    <a:pt x="19799" y="-786"/>
                    <a:pt x="18140" y="461"/>
                    <a:pt x="16279" y="823"/>
                  </a:cubicBezTo>
                  <a:cubicBezTo>
                    <a:pt x="10853" y="1876"/>
                    <a:pt x="5372" y="1461"/>
                    <a:pt x="0" y="4698"/>
                  </a:cubicBezTo>
                  <a:lnTo>
                    <a:pt x="0" y="20521"/>
                  </a:lnTo>
                  <a:lnTo>
                    <a:pt x="1843" y="19747"/>
                  </a:lnTo>
                  <a:cubicBezTo>
                    <a:pt x="4727" y="19759"/>
                    <a:pt x="13025" y="19305"/>
                    <a:pt x="15903" y="19016"/>
                  </a:cubicBezTo>
                  <a:cubicBezTo>
                    <a:pt x="17715" y="18834"/>
                    <a:pt x="19629" y="20814"/>
                    <a:pt x="21376" y="20485"/>
                  </a:cubicBezTo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4" name="chenying0907 203"/>
            <p:cNvSpPr/>
            <p:nvPr/>
          </p:nvSpPr>
          <p:spPr>
            <a:xfrm rot="3758493">
              <a:off x="7743128" y="2715926"/>
              <a:ext cx="42879" cy="488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74" h="21600" extrusionOk="0">
                  <a:moveTo>
                    <a:pt x="0" y="0"/>
                  </a:moveTo>
                  <a:cubicBezTo>
                    <a:pt x="21600" y="2677"/>
                    <a:pt x="19974" y="16418"/>
                    <a:pt x="11161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5" name="chenying0907 204"/>
            <p:cNvSpPr/>
            <p:nvPr/>
          </p:nvSpPr>
          <p:spPr>
            <a:xfrm rot="3758493">
              <a:off x="6688919" y="1820269"/>
              <a:ext cx="124286" cy="341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761" y="15753"/>
                    <a:pt x="1840" y="7112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" name="chenying0907 205"/>
            <p:cNvSpPr/>
            <p:nvPr/>
          </p:nvSpPr>
          <p:spPr>
            <a:xfrm rot="3758493">
              <a:off x="6847335" y="1900060"/>
              <a:ext cx="869668" cy="1031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9" h="16954" extrusionOk="0">
                  <a:moveTo>
                    <a:pt x="0" y="11121"/>
                  </a:moveTo>
                  <a:cubicBezTo>
                    <a:pt x="167" y="10786"/>
                    <a:pt x="-956" y="-4646"/>
                    <a:pt x="4852" y="2248"/>
                  </a:cubicBezTo>
                  <a:cubicBezTo>
                    <a:pt x="5261" y="461"/>
                    <a:pt x="6192" y="-121"/>
                    <a:pt x="7478" y="78"/>
                  </a:cubicBezTo>
                  <a:cubicBezTo>
                    <a:pt x="8279" y="78"/>
                    <a:pt x="9110" y="711"/>
                    <a:pt x="9174" y="2178"/>
                  </a:cubicBezTo>
                  <a:cubicBezTo>
                    <a:pt x="10318" y="734"/>
                    <a:pt x="10808" y="-213"/>
                    <a:pt x="12478" y="41"/>
                  </a:cubicBezTo>
                  <a:cubicBezTo>
                    <a:pt x="13434" y="0"/>
                    <a:pt x="13608" y="1386"/>
                    <a:pt x="13442" y="1960"/>
                  </a:cubicBezTo>
                  <a:cubicBezTo>
                    <a:pt x="19959" y="-3583"/>
                    <a:pt x="20644" y="13929"/>
                    <a:pt x="18086" y="16954"/>
                  </a:cubicBezTo>
                </a:path>
              </a:pathLst>
            </a:custGeom>
            <a:solidFill>
              <a:srgbClr val="FCFDFD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" name="chenying0907 206"/>
            <p:cNvSpPr/>
            <p:nvPr/>
          </p:nvSpPr>
          <p:spPr>
            <a:xfrm rot="3758493">
              <a:off x="6164716" y="2541971"/>
              <a:ext cx="1046419" cy="281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4" extrusionOk="0">
                  <a:moveTo>
                    <a:pt x="1076" y="12061"/>
                  </a:moveTo>
                  <a:cubicBezTo>
                    <a:pt x="497" y="8498"/>
                    <a:pt x="228" y="3669"/>
                    <a:pt x="0" y="0"/>
                  </a:cubicBezTo>
                  <a:cubicBezTo>
                    <a:pt x="6860" y="545"/>
                    <a:pt x="13608" y="-26"/>
                    <a:pt x="20206" y="3388"/>
                  </a:cubicBezTo>
                  <a:cubicBezTo>
                    <a:pt x="20298" y="9884"/>
                    <a:pt x="21430" y="15807"/>
                    <a:pt x="21600" y="21574"/>
                  </a:cubicBezTo>
                </a:path>
              </a:pathLst>
            </a:custGeom>
            <a:solidFill>
              <a:srgbClr val="E7E4E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8" name="chenying0907 207"/>
            <p:cNvSpPr/>
            <p:nvPr/>
          </p:nvSpPr>
          <p:spPr>
            <a:xfrm rot="3758493">
              <a:off x="5742745" y="2584036"/>
              <a:ext cx="1200079" cy="797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6" extrusionOk="0">
                  <a:moveTo>
                    <a:pt x="1467" y="19871"/>
                  </a:moveTo>
                  <a:cubicBezTo>
                    <a:pt x="2596" y="15187"/>
                    <a:pt x="1342" y="5194"/>
                    <a:pt x="0" y="486"/>
                  </a:cubicBezTo>
                  <a:cubicBezTo>
                    <a:pt x="6032" y="-924"/>
                    <a:pt x="11979" y="1155"/>
                    <a:pt x="18133" y="1422"/>
                  </a:cubicBezTo>
                  <a:cubicBezTo>
                    <a:pt x="19277" y="7634"/>
                    <a:pt x="21219" y="14259"/>
                    <a:pt x="21600" y="20676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9" name="chenying0907 208"/>
            <p:cNvSpPr/>
            <p:nvPr/>
          </p:nvSpPr>
          <p:spPr>
            <a:xfrm rot="3758493">
              <a:off x="6601321" y="998391"/>
              <a:ext cx="383966" cy="415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600" extrusionOk="0">
                  <a:moveTo>
                    <a:pt x="21399" y="0"/>
                  </a:moveTo>
                  <a:cubicBezTo>
                    <a:pt x="14641" y="0"/>
                    <a:pt x="6540" y="886"/>
                    <a:pt x="325" y="1003"/>
                  </a:cubicBezTo>
                  <a:cubicBezTo>
                    <a:pt x="-42" y="7726"/>
                    <a:pt x="-201" y="14997"/>
                    <a:pt x="411" y="21600"/>
                  </a:cubicBezTo>
                  <a:cubicBezTo>
                    <a:pt x="6724" y="20829"/>
                    <a:pt x="13779" y="19988"/>
                    <a:pt x="20126" y="20284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1" name="chenying0907 210"/>
            <p:cNvSpPr/>
            <p:nvPr/>
          </p:nvSpPr>
          <p:spPr>
            <a:xfrm rot="3758493">
              <a:off x="7598750" y="2950768"/>
              <a:ext cx="573187" cy="49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302" y="21128"/>
                    <a:pt x="15635" y="15045"/>
                    <a:pt x="21600" y="9996"/>
                  </a:cubicBezTo>
                  <a:cubicBezTo>
                    <a:pt x="14594" y="7013"/>
                    <a:pt x="7961" y="2130"/>
                    <a:pt x="709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12" name="chenying0907 148"/>
          <p:cNvSpPr/>
          <p:nvPr/>
        </p:nvSpPr>
        <p:spPr>
          <a:xfrm>
            <a:off x="725805" y="1660208"/>
            <a:ext cx="8470900" cy="4469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1.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完整流转过程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·git add &lt;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文件名&gt;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    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作用：将工作区的修改添加到暂存区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 ·git commit -m "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提交说明"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    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作用：将暂存区的所有修改永久保存到本地仓库，生成一个新的版本快照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 ·git push &lt;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远程名&gt; &lt;分支名&gt;  ​ 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  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作用：将本地仓库的提交同步到远程仓库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​2.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操作笔记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克隆远程仓库到本地：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clone &lt;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地址&gt;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初始化（从0开始创建时）：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init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绑定远程仓库（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clone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后自动完成）：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remote add origin &lt;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地址&gt;</a:t>
            </a:r>
            <a:endParaRPr lang="zh-CN" altLang="en-US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拉取远程最新代码：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pull origin main</a:t>
            </a:r>
            <a:endParaRPr lang="en-US" altLang="zh-CN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查看当前仓库状态：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status</a:t>
            </a:r>
            <a:endParaRPr lang="en-US" altLang="zh-CN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·</a:t>
            </a:r>
            <a:r>
              <a:rPr lang="zh-CN" altLang="en-US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查看提交历史：</a:t>
            </a:r>
            <a:r>
              <a:rPr lang="en-US" altLang="zh-CN" sz="14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log</a:t>
            </a:r>
            <a:endParaRPr lang="en-US" altLang="zh-CN" sz="14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619" y="622034"/>
            <a:ext cx="2418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语法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知识</a:t>
            </a:r>
            <a:endParaRPr kumimoji="1" lang="zh-CN" altLang="en-US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7 0.31851 C 0.19766 0.31504 0.19662 0.3118 0.19583 0.30856 C 0.19414 0.30138 0.19505 0.29953 0.19167 0.29374 C 0.19011 0.29073 0.18789 0.28888 0.18607 0.28634 C 0.17018 0.26203 0.19206 0.29444 0.17917 0.27152 C 0.178 0.26944 0.17656 0.26782 0.175 0.26666 C 0.1724 0.26434 0.16667 0.26157 0.16667 0.26157 C 0.16107 0.26249 0.1556 0.26296 0.15 0.26411 C 0.14805 0.26458 0.14636 0.26596 0.1444 0.26666 C 0.14167 0.26759 0.13893 0.26828 0.13607 0.26897 C 0.12774 0.26828 0.11641 0.278 0.11107 0.26666 C 0.10456 0.25254 0.11055 0.23032 0.10977 0.21226 C 0.10964 0.20971 0.10899 0.20717 0.10833 0.20485 C 0.10677 0.1993 0.10404 0.19397 0.10143 0.19004 C 0.10013 0.18819 0.09857 0.1868 0.09714 0.18518 C 0.08984 0.18587 0.08242 0.18634 0.075 0.18749 C 0.06966 0.18842 0.06602 0.19027 0.06107 0.19259 C 0.05182 0.19166 0.04245 0.19189 0.03333 0.19004 C 0.03034 0.18934 0.025 0.18518 0.025 0.18518 C 0.02357 0.18263 0.02227 0.17985 0.02083 0.17777 C 0.0181 0.17407 0.01484 0.17198 0.0125 0.16782 C 0.00664 0.1574 0.00951 0.16319 0.00417 0.15046 C 0.00365 0.14814 0.00274 0.14559 0.00274 0.14305 C 0.00274 0.13078 0.00339 0.11828 0.00417 0.10601 C 0.0043 0.10184 0.00508 0.09791 0.00547 0.09374 C 0.00599 0.08888 0.00638 0.08379 0.0069 0.07893 C 0.00638 0.06249 0.00612 0.04606 0.00547 0.02962 C 0.00508 0.01782 0.00599 0.00809 0.0013 -7.40741E-6 C 0.00104 -0.0007 0.00039 -7.40741E-6 2.5E-6 -7.40741E-6 " pathEditMode="relative" ptsTypes="AAAAAAAAAAAAAAAAAAAAAAAAAAA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2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7"/>
          <p:cNvGrpSpPr/>
          <p:nvPr/>
        </p:nvGrpSpPr>
        <p:grpSpPr>
          <a:xfrm>
            <a:off x="9580983" y="4696885"/>
            <a:ext cx="1504282" cy="1572383"/>
            <a:chOff x="0" y="0"/>
            <a:chExt cx="1504280" cy="1572381"/>
          </a:xfrm>
        </p:grpSpPr>
        <p:grpSp>
          <p:nvGrpSpPr>
            <p:cNvPr id="8" name="Group 75"/>
            <p:cNvGrpSpPr/>
            <p:nvPr/>
          </p:nvGrpSpPr>
          <p:grpSpPr>
            <a:xfrm>
              <a:off x="0" y="0"/>
              <a:ext cx="1504281" cy="1572382"/>
              <a:chOff x="0" y="0"/>
              <a:chExt cx="1504280" cy="1572381"/>
            </a:xfrm>
          </p:grpSpPr>
          <p:sp>
            <p:nvSpPr>
              <p:cNvPr id="10" name="chenying0907 70"/>
              <p:cNvSpPr/>
              <p:nvPr/>
            </p:nvSpPr>
            <p:spPr>
              <a:xfrm>
                <a:off x="0" y="0"/>
                <a:ext cx="1504281" cy="15723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8250"/>
                    </a:moveTo>
                    <a:lnTo>
                      <a:pt x="10800" y="0"/>
                    </a:lnTo>
                    <a:cubicBezTo>
                      <a:pt x="10800" y="0"/>
                      <a:pt x="19779" y="6452"/>
                      <a:pt x="21600" y="8250"/>
                    </a:cubicBezTo>
                    <a:cubicBezTo>
                      <a:pt x="21600" y="13066"/>
                      <a:pt x="21600" y="20949"/>
                      <a:pt x="21600" y="20949"/>
                    </a:cubicBezTo>
                    <a:lnTo>
                      <a:pt x="0" y="21600"/>
                    </a:lnTo>
                    <a:cubicBezTo>
                      <a:pt x="0" y="21600"/>
                      <a:pt x="0" y="8250"/>
                      <a:pt x="0" y="8250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1" name="chenying0907 71"/>
              <p:cNvSpPr/>
              <p:nvPr/>
            </p:nvSpPr>
            <p:spPr>
              <a:xfrm>
                <a:off x="0" y="596900"/>
                <a:ext cx="1494756" cy="7644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59"/>
                    </a:moveTo>
                    <a:cubicBezTo>
                      <a:pt x="3339" y="8063"/>
                      <a:pt x="6925" y="17664"/>
                      <a:pt x="10731" y="21600"/>
                    </a:cubicBezTo>
                    <a:cubicBezTo>
                      <a:pt x="12946" y="17329"/>
                      <a:pt x="15538" y="13914"/>
                      <a:pt x="16886" y="10800"/>
                    </a:cubicBezTo>
                    <a:cubicBezTo>
                      <a:pt x="18376" y="7357"/>
                      <a:pt x="20617" y="3004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2" name="chenying0907 72"/>
              <p:cNvSpPr/>
              <p:nvPr/>
            </p:nvSpPr>
            <p:spPr>
              <a:xfrm>
                <a:off x="0" y="1130300"/>
                <a:ext cx="417079" cy="411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871" y="18530"/>
                      <a:pt x="17612" y="3302"/>
                      <a:pt x="2160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3" name="chenying0907 73"/>
              <p:cNvSpPr/>
              <p:nvPr/>
            </p:nvSpPr>
            <p:spPr>
              <a:xfrm>
                <a:off x="1117600" y="1041400"/>
                <a:ext cx="377578" cy="456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4745" y="16213"/>
                      <a:pt x="6429" y="4616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4" name="chenying0907 74"/>
              <p:cNvSpPr/>
              <p:nvPr/>
            </p:nvSpPr>
            <p:spPr>
              <a:xfrm>
                <a:off x="76200" y="228600"/>
                <a:ext cx="1326551" cy="11387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9" h="21600" extrusionOk="0">
                    <a:moveTo>
                      <a:pt x="0" y="0"/>
                    </a:moveTo>
                    <a:cubicBezTo>
                      <a:pt x="0" y="1445"/>
                      <a:pt x="246" y="9354"/>
                      <a:pt x="246" y="9354"/>
                    </a:cubicBezTo>
                    <a:cubicBezTo>
                      <a:pt x="246" y="9354"/>
                      <a:pt x="2134" y="11992"/>
                      <a:pt x="3102" y="13310"/>
                    </a:cubicBezTo>
                    <a:cubicBezTo>
                      <a:pt x="5598" y="16706"/>
                      <a:pt x="8202" y="19921"/>
                      <a:pt x="10904" y="21600"/>
                    </a:cubicBezTo>
                    <a:cubicBezTo>
                      <a:pt x="13379" y="18733"/>
                      <a:pt x="16275" y="16440"/>
                      <a:pt x="17781" y="14350"/>
                    </a:cubicBezTo>
                    <a:cubicBezTo>
                      <a:pt x="18832" y="12891"/>
                      <a:pt x="21372" y="9624"/>
                      <a:pt x="21372" y="9624"/>
                    </a:cubicBezTo>
                    <a:cubicBezTo>
                      <a:pt x="21372" y="9624"/>
                      <a:pt x="21600" y="1606"/>
                      <a:pt x="21053" y="0"/>
                    </a:cubicBezTo>
                    <a:cubicBezTo>
                      <a:pt x="21053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sp>
          <p:nvSpPr>
            <p:cNvPr id="9" name="chenying0907 76"/>
            <p:cNvSpPr/>
            <p:nvPr/>
          </p:nvSpPr>
          <p:spPr>
            <a:xfrm>
              <a:off x="469900" y="469899"/>
              <a:ext cx="537619" cy="483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1" h="16684" extrusionOk="0">
                  <a:moveTo>
                    <a:pt x="13766" y="6136"/>
                  </a:moveTo>
                  <a:cubicBezTo>
                    <a:pt x="15891" y="1967"/>
                    <a:pt x="5690" y="4748"/>
                    <a:pt x="5634" y="8499"/>
                  </a:cubicBezTo>
                  <a:cubicBezTo>
                    <a:pt x="5556" y="13717"/>
                    <a:pt x="14087" y="7110"/>
                    <a:pt x="15031" y="4525"/>
                  </a:cubicBezTo>
                  <a:cubicBezTo>
                    <a:pt x="14197" y="5587"/>
                    <a:pt x="10837" y="10126"/>
                    <a:pt x="12430" y="11384"/>
                  </a:cubicBezTo>
                  <a:cubicBezTo>
                    <a:pt x="14945" y="13370"/>
                    <a:pt x="20823" y="6391"/>
                    <a:pt x="20343" y="4229"/>
                  </a:cubicBezTo>
                  <a:cubicBezTo>
                    <a:pt x="18589" y="-3669"/>
                    <a:pt x="3167" y="984"/>
                    <a:pt x="759" y="6136"/>
                  </a:cubicBezTo>
                  <a:cubicBezTo>
                    <a:pt x="-777" y="9421"/>
                    <a:pt x="-60" y="14083"/>
                    <a:pt x="3636" y="15948"/>
                  </a:cubicBezTo>
                  <a:cubicBezTo>
                    <a:pt x="7564" y="17931"/>
                    <a:pt x="12253" y="15464"/>
                    <a:pt x="15690" y="1372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5" name="Group 114"/>
          <p:cNvGrpSpPr/>
          <p:nvPr/>
        </p:nvGrpSpPr>
        <p:grpSpPr>
          <a:xfrm>
            <a:off x="705298" y="558267"/>
            <a:ext cx="2147562" cy="1387416"/>
            <a:chOff x="0" y="0"/>
            <a:chExt cx="862694" cy="557336"/>
          </a:xfrm>
        </p:grpSpPr>
        <p:sp>
          <p:nvSpPr>
            <p:cNvPr id="16" name="chenying0907 110"/>
            <p:cNvSpPr/>
            <p:nvPr/>
          </p:nvSpPr>
          <p:spPr>
            <a:xfrm>
              <a:off x="0" y="0"/>
              <a:ext cx="862695" cy="557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0"/>
                    <a:pt x="18378" y="1066"/>
                    <a:pt x="21600" y="0"/>
                  </a:cubicBezTo>
                  <a:cubicBezTo>
                    <a:pt x="21600" y="7792"/>
                    <a:pt x="21600" y="20546"/>
                    <a:pt x="21600" y="20546"/>
                  </a:cubicBez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7" name="chenying0907 111"/>
            <p:cNvSpPr/>
            <p:nvPr/>
          </p:nvSpPr>
          <p:spPr>
            <a:xfrm>
              <a:off x="0" y="0"/>
              <a:ext cx="857238" cy="4384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59"/>
                  </a:moveTo>
                  <a:cubicBezTo>
                    <a:pt x="3339" y="8063"/>
                    <a:pt x="6925" y="17664"/>
                    <a:pt x="10731" y="21600"/>
                  </a:cubicBezTo>
                  <a:cubicBezTo>
                    <a:pt x="12946" y="17329"/>
                    <a:pt x="15538" y="13914"/>
                    <a:pt x="16886" y="10800"/>
                  </a:cubicBezTo>
                  <a:cubicBezTo>
                    <a:pt x="18376" y="7357"/>
                    <a:pt x="20617" y="3004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8" name="chenying0907 112"/>
            <p:cNvSpPr/>
            <p:nvPr/>
          </p:nvSpPr>
          <p:spPr>
            <a:xfrm>
              <a:off x="0" y="304800"/>
              <a:ext cx="239199" cy="236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71" y="18530"/>
                    <a:pt x="17612" y="3302"/>
                    <a:pt x="2160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9" name="chenying0907 113"/>
            <p:cNvSpPr/>
            <p:nvPr/>
          </p:nvSpPr>
          <p:spPr>
            <a:xfrm>
              <a:off x="635000" y="254000"/>
              <a:ext cx="216533" cy="261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745" y="16213"/>
                    <a:pt x="6430" y="4616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20" name="chenying0907 148"/>
          <p:cNvSpPr/>
          <p:nvPr/>
        </p:nvSpPr>
        <p:spPr>
          <a:xfrm>
            <a:off x="226048" y="3244433"/>
            <a:ext cx="3087156" cy="2730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1.VSCode</a:t>
            </a: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使用感受：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可以下载插件，功能也很多，容易上手，所见即所得，除了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Markdown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还能写代码，很方便。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2.GitBash</a:t>
            </a: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是否麻烦：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GitBash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命令行需要记忆指令、手动输入路径，对新手有一定学习成本，且纯文本操作不够直观，容易因拼写错误导致失败。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21" name="chenying0907 148"/>
          <p:cNvSpPr/>
          <p:nvPr/>
        </p:nvSpPr>
        <p:spPr>
          <a:xfrm>
            <a:off x="8228965" y="717550"/>
            <a:ext cx="3668395" cy="3025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其他方法：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1. IDE </a:t>
            </a: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集成工具：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VS Code、IntelliJ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等编辑器内置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可视化面板，可直接点击「暂存」「提交」「推送」，无需记忆命令，所见即所得。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2. GUI </a:t>
            </a: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客户端：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GitHub、 Desktop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等，用图形界面展示分支、提交历史，拖拽即可完成操作，适合新手快速上手。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algn="l"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​</a:t>
            </a:r>
            <a:r>
              <a:rPr lang="zh-CN" altLang="en-US" sz="1600" b="1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3. 脚本/别名：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将高频操作封装为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Shell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脚本或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Git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别名，简化命令输入。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24" name="chenying0907 29"/>
          <p:cNvSpPr/>
          <p:nvPr/>
        </p:nvSpPr>
        <p:spPr>
          <a:xfrm rot="900000">
            <a:off x="3060400" y="326533"/>
            <a:ext cx="5420734" cy="5883719"/>
          </a:xfrm>
          <a:custGeom>
            <a:avLst/>
            <a:gdLst>
              <a:gd name="connsiteX0" fmla="*/ 15178 w 19871"/>
              <a:gd name="connsiteY0" fmla="*/ 0 h 21600"/>
              <a:gd name="connsiteX1" fmla="*/ 0 w 19871"/>
              <a:gd name="connsiteY1" fmla="*/ 2538 h 21600"/>
              <a:gd name="connsiteX2" fmla="*/ 4463 w 19871"/>
              <a:gd name="connsiteY2" fmla="*/ 21600 h 21600"/>
              <a:gd name="connsiteX3" fmla="*/ 19871 w 19871"/>
              <a:gd name="connsiteY3" fmla="*/ 18777 h 21600"/>
              <a:gd name="connsiteX4" fmla="*/ 17450 w 19871"/>
              <a:gd name="connsiteY4" fmla="*/ 8748 h 21600"/>
              <a:gd name="connsiteX5" fmla="*/ 15178 w 19871"/>
              <a:gd name="connsiteY5" fmla="*/ 0 h 21600"/>
              <a:gd name="connsiteX0-1" fmla="*/ 14798 w 19871"/>
              <a:gd name="connsiteY0-2" fmla="*/ 0 h 22890"/>
              <a:gd name="connsiteX1-3" fmla="*/ 0 w 19871"/>
              <a:gd name="connsiteY1-4" fmla="*/ 3828 h 22890"/>
              <a:gd name="connsiteX2-5" fmla="*/ 4463 w 19871"/>
              <a:gd name="connsiteY2-6" fmla="*/ 22890 h 22890"/>
              <a:gd name="connsiteX3-7" fmla="*/ 19871 w 19871"/>
              <a:gd name="connsiteY3-8" fmla="*/ 20067 h 22890"/>
              <a:gd name="connsiteX4-9" fmla="*/ 17450 w 19871"/>
              <a:gd name="connsiteY4-10" fmla="*/ 10038 h 22890"/>
              <a:gd name="connsiteX5-11" fmla="*/ 14798 w 19871"/>
              <a:gd name="connsiteY5-12" fmla="*/ 0 h 22890"/>
              <a:gd name="connsiteX0-13" fmla="*/ 14798 w 19871"/>
              <a:gd name="connsiteY0-14" fmla="*/ 0 h 22785"/>
              <a:gd name="connsiteX1-15" fmla="*/ 0 w 19871"/>
              <a:gd name="connsiteY1-16" fmla="*/ 3828 h 22785"/>
              <a:gd name="connsiteX2-17" fmla="*/ 5300 w 19871"/>
              <a:gd name="connsiteY2-18" fmla="*/ 22785 h 22785"/>
              <a:gd name="connsiteX3-19" fmla="*/ 19871 w 19871"/>
              <a:gd name="connsiteY3-20" fmla="*/ 20067 h 22785"/>
              <a:gd name="connsiteX4-21" fmla="*/ 17450 w 19871"/>
              <a:gd name="connsiteY4-22" fmla="*/ 10038 h 22785"/>
              <a:gd name="connsiteX5-23" fmla="*/ 14798 w 19871"/>
              <a:gd name="connsiteY5-24" fmla="*/ 0 h 22785"/>
              <a:gd name="connsiteX0-25" fmla="*/ 14798 w 19871"/>
              <a:gd name="connsiteY0-26" fmla="*/ 0 h 23019"/>
              <a:gd name="connsiteX1-27" fmla="*/ 0 w 19871"/>
              <a:gd name="connsiteY1-28" fmla="*/ 3828 h 23019"/>
              <a:gd name="connsiteX2-29" fmla="*/ 5152 w 19871"/>
              <a:gd name="connsiteY2-30" fmla="*/ 23019 h 23019"/>
              <a:gd name="connsiteX3-31" fmla="*/ 19871 w 19871"/>
              <a:gd name="connsiteY3-32" fmla="*/ 20067 h 23019"/>
              <a:gd name="connsiteX4-33" fmla="*/ 17450 w 19871"/>
              <a:gd name="connsiteY4-34" fmla="*/ 10038 h 23019"/>
              <a:gd name="connsiteX5-35" fmla="*/ 14798 w 19871"/>
              <a:gd name="connsiteY5-36" fmla="*/ 0 h 23019"/>
              <a:gd name="connsiteX0-37" fmla="*/ 14798 w 20350"/>
              <a:gd name="connsiteY0-38" fmla="*/ 0 h 23019"/>
              <a:gd name="connsiteX1-39" fmla="*/ 0 w 20350"/>
              <a:gd name="connsiteY1-40" fmla="*/ 3828 h 23019"/>
              <a:gd name="connsiteX2-41" fmla="*/ 5152 w 20350"/>
              <a:gd name="connsiteY2-42" fmla="*/ 23019 h 23019"/>
              <a:gd name="connsiteX3-43" fmla="*/ 20350 w 20350"/>
              <a:gd name="connsiteY3-44" fmla="*/ 19851 h 23019"/>
              <a:gd name="connsiteX4-45" fmla="*/ 17450 w 20350"/>
              <a:gd name="connsiteY4-46" fmla="*/ 10038 h 23019"/>
              <a:gd name="connsiteX5-47" fmla="*/ 14798 w 20350"/>
              <a:gd name="connsiteY5-48" fmla="*/ 0 h 23019"/>
              <a:gd name="connsiteX0-49" fmla="*/ 14798 w 20350"/>
              <a:gd name="connsiteY0-50" fmla="*/ 0 h 23019"/>
              <a:gd name="connsiteX1-51" fmla="*/ 0 w 20350"/>
              <a:gd name="connsiteY1-52" fmla="*/ 3828 h 23019"/>
              <a:gd name="connsiteX2-53" fmla="*/ 5152 w 20350"/>
              <a:gd name="connsiteY2-54" fmla="*/ 23019 h 23019"/>
              <a:gd name="connsiteX3-55" fmla="*/ 20350 w 20350"/>
              <a:gd name="connsiteY3-56" fmla="*/ 19851 h 23019"/>
              <a:gd name="connsiteX4-57" fmla="*/ 17450 w 20350"/>
              <a:gd name="connsiteY4-58" fmla="*/ 10038 h 23019"/>
              <a:gd name="connsiteX5-59" fmla="*/ 14798 w 20350"/>
              <a:gd name="connsiteY5-60" fmla="*/ 0 h 23019"/>
              <a:gd name="connsiteX0-61" fmla="*/ 14798 w 20370"/>
              <a:gd name="connsiteY0-62" fmla="*/ 0 h 23019"/>
              <a:gd name="connsiteX1-63" fmla="*/ 0 w 20370"/>
              <a:gd name="connsiteY1-64" fmla="*/ 3828 h 23019"/>
              <a:gd name="connsiteX2-65" fmla="*/ 5152 w 20370"/>
              <a:gd name="connsiteY2-66" fmla="*/ 23019 h 23019"/>
              <a:gd name="connsiteX3-67" fmla="*/ 20370 w 20370"/>
              <a:gd name="connsiteY3-68" fmla="*/ 19550 h 23019"/>
              <a:gd name="connsiteX4-69" fmla="*/ 17450 w 20370"/>
              <a:gd name="connsiteY4-70" fmla="*/ 10038 h 23019"/>
              <a:gd name="connsiteX5-71" fmla="*/ 14798 w 20370"/>
              <a:gd name="connsiteY5-72" fmla="*/ 0 h 23019"/>
              <a:gd name="connsiteX0-73" fmla="*/ 14798 w 20370"/>
              <a:gd name="connsiteY0-74" fmla="*/ 0 h 23019"/>
              <a:gd name="connsiteX1-75" fmla="*/ 0 w 20370"/>
              <a:gd name="connsiteY1-76" fmla="*/ 3828 h 23019"/>
              <a:gd name="connsiteX2-77" fmla="*/ 5152 w 20370"/>
              <a:gd name="connsiteY2-78" fmla="*/ 23019 h 23019"/>
              <a:gd name="connsiteX3-79" fmla="*/ 20370 w 20370"/>
              <a:gd name="connsiteY3-80" fmla="*/ 19550 h 23019"/>
              <a:gd name="connsiteX4-81" fmla="*/ 17754 w 20370"/>
              <a:gd name="connsiteY4-82" fmla="*/ 9964 h 23019"/>
              <a:gd name="connsiteX5-83" fmla="*/ 14798 w 20370"/>
              <a:gd name="connsiteY5-84" fmla="*/ 0 h 23019"/>
              <a:gd name="connsiteX0-85" fmla="*/ 14907 w 20370"/>
              <a:gd name="connsiteY0-86" fmla="*/ 0 h 22650"/>
              <a:gd name="connsiteX1-87" fmla="*/ 0 w 20370"/>
              <a:gd name="connsiteY1-88" fmla="*/ 3459 h 22650"/>
              <a:gd name="connsiteX2-89" fmla="*/ 5152 w 20370"/>
              <a:gd name="connsiteY2-90" fmla="*/ 22650 h 22650"/>
              <a:gd name="connsiteX3-91" fmla="*/ 20370 w 20370"/>
              <a:gd name="connsiteY3-92" fmla="*/ 19181 h 22650"/>
              <a:gd name="connsiteX4-93" fmla="*/ 17754 w 20370"/>
              <a:gd name="connsiteY4-94" fmla="*/ 9595 h 22650"/>
              <a:gd name="connsiteX5-95" fmla="*/ 14907 w 20370"/>
              <a:gd name="connsiteY5-96" fmla="*/ 0 h 22650"/>
              <a:gd name="connsiteX0-97" fmla="*/ 14407 w 19870"/>
              <a:gd name="connsiteY0-98" fmla="*/ 0 h 22650"/>
              <a:gd name="connsiteX1-99" fmla="*/ 0 w 19870"/>
              <a:gd name="connsiteY1-100" fmla="*/ 4384 h 22650"/>
              <a:gd name="connsiteX2-101" fmla="*/ 4652 w 19870"/>
              <a:gd name="connsiteY2-102" fmla="*/ 22650 h 22650"/>
              <a:gd name="connsiteX3-103" fmla="*/ 19870 w 19870"/>
              <a:gd name="connsiteY3-104" fmla="*/ 19181 h 22650"/>
              <a:gd name="connsiteX4-105" fmla="*/ 17254 w 19870"/>
              <a:gd name="connsiteY4-106" fmla="*/ 9595 h 22650"/>
              <a:gd name="connsiteX5-107" fmla="*/ 14407 w 19870"/>
              <a:gd name="connsiteY5-108" fmla="*/ 0 h 22650"/>
              <a:gd name="connsiteX0-109" fmla="*/ 14407 w 19870"/>
              <a:gd name="connsiteY0-110" fmla="*/ 0 h 23857"/>
              <a:gd name="connsiteX1-111" fmla="*/ 0 w 19870"/>
              <a:gd name="connsiteY1-112" fmla="*/ 4384 h 23857"/>
              <a:gd name="connsiteX2-113" fmla="*/ 4935 w 19870"/>
              <a:gd name="connsiteY2-114" fmla="*/ 23857 h 23857"/>
              <a:gd name="connsiteX3-115" fmla="*/ 19870 w 19870"/>
              <a:gd name="connsiteY3-116" fmla="*/ 19181 h 23857"/>
              <a:gd name="connsiteX4-117" fmla="*/ 17254 w 19870"/>
              <a:gd name="connsiteY4-118" fmla="*/ 9595 h 23857"/>
              <a:gd name="connsiteX5-119" fmla="*/ 14407 w 19870"/>
              <a:gd name="connsiteY5-120" fmla="*/ 0 h 23857"/>
              <a:gd name="connsiteX0-121" fmla="*/ 14407 w 19870"/>
              <a:gd name="connsiteY0-122" fmla="*/ 0 h 23857"/>
              <a:gd name="connsiteX1-123" fmla="*/ 0 w 19870"/>
              <a:gd name="connsiteY1-124" fmla="*/ 4384 h 23857"/>
              <a:gd name="connsiteX2-125" fmla="*/ 4935 w 19870"/>
              <a:gd name="connsiteY2-126" fmla="*/ 23857 h 23857"/>
              <a:gd name="connsiteX3-127" fmla="*/ 19870 w 19870"/>
              <a:gd name="connsiteY3-128" fmla="*/ 19181 h 23857"/>
              <a:gd name="connsiteX4-129" fmla="*/ 17254 w 19870"/>
              <a:gd name="connsiteY4-130" fmla="*/ 9595 h 23857"/>
              <a:gd name="connsiteX5-131" fmla="*/ 14407 w 19870"/>
              <a:gd name="connsiteY5-132" fmla="*/ 0 h 23857"/>
              <a:gd name="connsiteX0-133" fmla="*/ 14407 w 19870"/>
              <a:gd name="connsiteY0-134" fmla="*/ 0 h 23663"/>
              <a:gd name="connsiteX1-135" fmla="*/ 0 w 19870"/>
              <a:gd name="connsiteY1-136" fmla="*/ 4384 h 23663"/>
              <a:gd name="connsiteX2-137" fmla="*/ 4512 w 19870"/>
              <a:gd name="connsiteY2-138" fmla="*/ 23663 h 23663"/>
              <a:gd name="connsiteX3-139" fmla="*/ 19870 w 19870"/>
              <a:gd name="connsiteY3-140" fmla="*/ 19181 h 23663"/>
              <a:gd name="connsiteX4-141" fmla="*/ 17254 w 19870"/>
              <a:gd name="connsiteY4-142" fmla="*/ 9595 h 23663"/>
              <a:gd name="connsiteX5-143" fmla="*/ 14407 w 19870"/>
              <a:gd name="connsiteY5-144" fmla="*/ 0 h 23663"/>
              <a:gd name="connsiteX0-145" fmla="*/ 14407 w 19078"/>
              <a:gd name="connsiteY0-146" fmla="*/ 0 h 23663"/>
              <a:gd name="connsiteX1-147" fmla="*/ 0 w 19078"/>
              <a:gd name="connsiteY1-148" fmla="*/ 4384 h 23663"/>
              <a:gd name="connsiteX2-149" fmla="*/ 4512 w 19078"/>
              <a:gd name="connsiteY2-150" fmla="*/ 23663 h 23663"/>
              <a:gd name="connsiteX3-151" fmla="*/ 19078 w 19078"/>
              <a:gd name="connsiteY3-152" fmla="*/ 19424 h 23663"/>
              <a:gd name="connsiteX4-153" fmla="*/ 17254 w 19078"/>
              <a:gd name="connsiteY4-154" fmla="*/ 9595 h 23663"/>
              <a:gd name="connsiteX5-155" fmla="*/ 14407 w 19078"/>
              <a:gd name="connsiteY5-156" fmla="*/ 0 h 23663"/>
              <a:gd name="connsiteX0-157" fmla="*/ 14407 w 19078"/>
              <a:gd name="connsiteY0-158" fmla="*/ 0 h 23663"/>
              <a:gd name="connsiteX1-159" fmla="*/ 0 w 19078"/>
              <a:gd name="connsiteY1-160" fmla="*/ 4384 h 23663"/>
              <a:gd name="connsiteX2-161" fmla="*/ 4512 w 19078"/>
              <a:gd name="connsiteY2-162" fmla="*/ 23663 h 23663"/>
              <a:gd name="connsiteX3-163" fmla="*/ 19078 w 19078"/>
              <a:gd name="connsiteY3-164" fmla="*/ 19424 h 23663"/>
              <a:gd name="connsiteX4-165" fmla="*/ 16878 w 19078"/>
              <a:gd name="connsiteY4-166" fmla="*/ 9602 h 23663"/>
              <a:gd name="connsiteX5-167" fmla="*/ 14407 w 19078"/>
              <a:gd name="connsiteY5-168" fmla="*/ 0 h 23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9078" h="23663" extrusionOk="0">
                <a:moveTo>
                  <a:pt x="14407" y="0"/>
                </a:moveTo>
                <a:cubicBezTo>
                  <a:pt x="14512" y="360"/>
                  <a:pt x="1413" y="4434"/>
                  <a:pt x="0" y="4384"/>
                </a:cubicBezTo>
                <a:cubicBezTo>
                  <a:pt x="1189" y="10717"/>
                  <a:pt x="3037" y="17355"/>
                  <a:pt x="4512" y="23663"/>
                </a:cubicBezTo>
                <a:cubicBezTo>
                  <a:pt x="10020" y="22736"/>
                  <a:pt x="13419" y="20102"/>
                  <a:pt x="19078" y="19424"/>
                </a:cubicBezTo>
                <a:cubicBezTo>
                  <a:pt x="18047" y="16297"/>
                  <a:pt x="18049" y="12773"/>
                  <a:pt x="16878" y="9602"/>
                </a:cubicBezTo>
                <a:cubicBezTo>
                  <a:pt x="15825" y="6749"/>
                  <a:pt x="15248" y="2887"/>
                  <a:pt x="14407" y="0"/>
                </a:cubicBezTo>
                <a:close/>
              </a:path>
            </a:pathLst>
          </a:custGeom>
          <a:noFill/>
          <a:ln w="38100" cap="flat">
            <a:solidFill>
              <a:srgbClr val="46537A"/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pic>
        <p:nvPicPr>
          <p:cNvPr id="2" name="图片 1" descr="二阶段问题解决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810" y="901065"/>
            <a:ext cx="4168775" cy="4600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  <p:bldP spid="2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14647" y="3919884"/>
            <a:ext cx="1554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阶段三</a:t>
            </a:r>
            <a:endParaRPr kumimoji="1" lang="zh-CN" altLang="en-US" sz="36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11" name="Group 70"/>
          <p:cNvGrpSpPr/>
          <p:nvPr/>
        </p:nvGrpSpPr>
        <p:grpSpPr>
          <a:xfrm>
            <a:off x="1798278" y="-226774"/>
            <a:ext cx="8602626" cy="8079856"/>
            <a:chOff x="0" y="0"/>
            <a:chExt cx="2335459" cy="2193537"/>
          </a:xfrm>
        </p:grpSpPr>
        <p:sp>
          <p:nvSpPr>
            <p:cNvPr id="1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4" name="chenying0907 68"/>
            <p:cNvSpPr/>
            <p:nvPr/>
          </p:nvSpPr>
          <p:spPr>
            <a:xfrm>
              <a:off x="1130300" y="1600199"/>
              <a:ext cx="16672" cy="33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5" name="chenying0907 69"/>
            <p:cNvSpPr/>
            <p:nvPr/>
          </p:nvSpPr>
          <p:spPr>
            <a:xfrm>
              <a:off x="990600" y="1955799"/>
              <a:ext cx="284801" cy="237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35" h="17669" extrusionOk="0">
                  <a:moveTo>
                    <a:pt x="13789" y="13529"/>
                  </a:moveTo>
                  <a:cubicBezTo>
                    <a:pt x="19485" y="4044"/>
                    <a:pt x="10745" y="-2666"/>
                    <a:pt x="4561" y="1034"/>
                  </a:cubicBezTo>
                  <a:cubicBezTo>
                    <a:pt x="-65" y="3803"/>
                    <a:pt x="-2115" y="11785"/>
                    <a:pt x="2972" y="15848"/>
                  </a:cubicBezTo>
                  <a:cubicBezTo>
                    <a:pt x="6834" y="18934"/>
                    <a:pt x="11071" y="18055"/>
                    <a:pt x="13789" y="1352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6" name="组 15"/>
          <p:cNvGrpSpPr/>
          <p:nvPr/>
        </p:nvGrpSpPr>
        <p:grpSpPr>
          <a:xfrm>
            <a:off x="4431238" y="1508012"/>
            <a:ext cx="2360904" cy="2195308"/>
            <a:chOff x="4431238" y="1508012"/>
            <a:chExt cx="2360904" cy="2195308"/>
          </a:xfrm>
        </p:grpSpPr>
        <p:sp>
          <p:nvSpPr>
            <p:cNvPr id="1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rgbClr val="FDD67A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508060" y="1833012"/>
              <a:ext cx="65594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8000">
                  <a:solidFill>
                    <a:schemeClr val="tx2"/>
                  </a:solidFill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3</a:t>
              </a:r>
              <a:endParaRPr kumimoji="1" lang="zh-CN" altLang="en-US" sz="8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enying0907 148"/>
          <p:cNvSpPr/>
          <p:nvPr>
            <p:custDataLst>
              <p:tags r:id="rId1"/>
            </p:custDataLst>
          </p:nvPr>
        </p:nvSpPr>
        <p:spPr>
          <a:xfrm>
            <a:off x="2379487" y="1167929"/>
            <a:ext cx="4410932" cy="960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学习方法为先在平板上听网课、记笔记，等一部分听完后在编写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Markdown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笔记，听的网课为尚硅谷的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HTML+CSS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教学，和李立超的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教学</a:t>
            </a:r>
            <a:r>
              <a:rPr 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 </a:t>
            </a:r>
            <a:endParaRPr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5" name="chenying0907 148"/>
          <p:cNvSpPr/>
          <p:nvPr>
            <p:custDataLst>
              <p:tags r:id="rId2"/>
            </p:custDataLst>
          </p:nvPr>
        </p:nvSpPr>
        <p:spPr>
          <a:xfrm>
            <a:off x="2380122" y="2830252"/>
            <a:ext cx="4410932" cy="960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由于时间比较紧张，加上静态网页对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没那么高要求，</a:t>
            </a:r>
            <a:r>
              <a:rPr 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所以后期我在网上直接搜寻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的笔记，没有一节节去听，导致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的基础比较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弱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7" name="chenying0907 148"/>
          <p:cNvSpPr/>
          <p:nvPr>
            <p:custDataLst>
              <p:tags r:id="rId3"/>
            </p:custDataLst>
          </p:nvPr>
        </p:nvSpPr>
        <p:spPr>
          <a:xfrm>
            <a:off x="2379487" y="4216350"/>
            <a:ext cx="4410932" cy="2140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第一次做网页，一点经验都没用，所以在确定主题后我在网络上搜索同类型自制网页并向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寻找灵感。在编写期间，我会先用自己已经学了的知识编写（如盒子模型基础，简单动画效果），如果遇到预览效果未达到预期，我会去询问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，如果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给的代码是我没学过的，我会去搜搜教学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视频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8" name="Group 44"/>
          <p:cNvGrpSpPr/>
          <p:nvPr>
            <p:custDataLst>
              <p:tags r:id="rId4"/>
            </p:custDataLst>
          </p:nvPr>
        </p:nvGrpSpPr>
        <p:grpSpPr>
          <a:xfrm>
            <a:off x="1238643" y="1144102"/>
            <a:ext cx="807367" cy="906808"/>
            <a:chOff x="0" y="0"/>
            <a:chExt cx="807366" cy="906807"/>
          </a:xfrm>
        </p:grpSpPr>
        <p:sp>
          <p:nvSpPr>
            <p:cNvPr id="9" name="chenying0907 42"/>
            <p:cNvSpPr/>
            <p:nvPr>
              <p:custDataLst>
                <p:tags r:id="rId5"/>
              </p:custDataLst>
            </p:nvPr>
          </p:nvSpPr>
          <p:spPr>
            <a:xfrm>
              <a:off x="-1" y="101600"/>
              <a:ext cx="792823" cy="80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6" h="19829" extrusionOk="0">
                  <a:moveTo>
                    <a:pt x="13770" y="824"/>
                  </a:moveTo>
                  <a:cubicBezTo>
                    <a:pt x="8089" y="-376"/>
                    <a:pt x="1804" y="-1265"/>
                    <a:pt x="353" y="5681"/>
                  </a:cubicBezTo>
                  <a:cubicBezTo>
                    <a:pt x="-441" y="9482"/>
                    <a:pt x="-115" y="16268"/>
                    <a:pt x="3660" y="18583"/>
                  </a:cubicBezTo>
                  <a:cubicBezTo>
                    <a:pt x="6516" y="20335"/>
                    <a:pt x="12966" y="20052"/>
                    <a:pt x="15977" y="18892"/>
                  </a:cubicBezTo>
                  <a:cubicBezTo>
                    <a:pt x="21159" y="16897"/>
                    <a:pt x="19879" y="11191"/>
                    <a:pt x="19174" y="6766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0" name="chenying0907 43"/>
            <p:cNvSpPr/>
            <p:nvPr>
              <p:custDataLst>
                <p:tags r:id="rId6"/>
              </p:custDataLst>
            </p:nvPr>
          </p:nvSpPr>
          <p:spPr>
            <a:xfrm>
              <a:off x="165100" y="-1"/>
              <a:ext cx="642267" cy="718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116" extrusionOk="0">
                  <a:moveTo>
                    <a:pt x="21521" y="13"/>
                  </a:moveTo>
                  <a:cubicBezTo>
                    <a:pt x="21600" y="-484"/>
                    <a:pt x="8558" y="13479"/>
                    <a:pt x="8933" y="13772"/>
                  </a:cubicBezTo>
                  <a:cubicBezTo>
                    <a:pt x="6785" y="12126"/>
                    <a:pt x="2898" y="10471"/>
                    <a:pt x="0" y="10120"/>
                  </a:cubicBezTo>
                  <a:cubicBezTo>
                    <a:pt x="1254" y="12620"/>
                    <a:pt x="2166" y="14279"/>
                    <a:pt x="4430" y="16128"/>
                  </a:cubicBezTo>
                  <a:cubicBezTo>
                    <a:pt x="4883" y="16498"/>
                    <a:pt x="10336" y="20581"/>
                    <a:pt x="9763" y="21116"/>
                  </a:cubicBezTo>
                  <a:cubicBezTo>
                    <a:pt x="14957" y="16270"/>
                    <a:pt x="20402" y="7017"/>
                    <a:pt x="21521" y="13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1" name="Group 44"/>
          <p:cNvGrpSpPr/>
          <p:nvPr>
            <p:custDataLst>
              <p:tags r:id="rId7"/>
            </p:custDataLst>
          </p:nvPr>
        </p:nvGrpSpPr>
        <p:grpSpPr>
          <a:xfrm>
            <a:off x="1238704" y="2807695"/>
            <a:ext cx="807367" cy="906808"/>
            <a:chOff x="0" y="0"/>
            <a:chExt cx="807366" cy="906807"/>
          </a:xfrm>
        </p:grpSpPr>
        <p:sp>
          <p:nvSpPr>
            <p:cNvPr id="12" name="chenying0907 42"/>
            <p:cNvSpPr/>
            <p:nvPr>
              <p:custDataLst>
                <p:tags r:id="rId8"/>
              </p:custDataLst>
            </p:nvPr>
          </p:nvSpPr>
          <p:spPr>
            <a:xfrm>
              <a:off x="-1" y="101600"/>
              <a:ext cx="792823" cy="80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6" h="19829" extrusionOk="0">
                  <a:moveTo>
                    <a:pt x="13770" y="824"/>
                  </a:moveTo>
                  <a:cubicBezTo>
                    <a:pt x="8089" y="-376"/>
                    <a:pt x="1804" y="-1265"/>
                    <a:pt x="353" y="5681"/>
                  </a:cubicBezTo>
                  <a:cubicBezTo>
                    <a:pt x="-441" y="9482"/>
                    <a:pt x="-115" y="16268"/>
                    <a:pt x="3660" y="18583"/>
                  </a:cubicBezTo>
                  <a:cubicBezTo>
                    <a:pt x="6516" y="20335"/>
                    <a:pt x="12966" y="20052"/>
                    <a:pt x="15977" y="18892"/>
                  </a:cubicBezTo>
                  <a:cubicBezTo>
                    <a:pt x="21159" y="16897"/>
                    <a:pt x="19879" y="11191"/>
                    <a:pt x="19174" y="6766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43"/>
            <p:cNvSpPr/>
            <p:nvPr>
              <p:custDataLst>
                <p:tags r:id="rId9"/>
              </p:custDataLst>
            </p:nvPr>
          </p:nvSpPr>
          <p:spPr>
            <a:xfrm>
              <a:off x="165100" y="-1"/>
              <a:ext cx="642267" cy="718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116" extrusionOk="0">
                  <a:moveTo>
                    <a:pt x="21521" y="13"/>
                  </a:moveTo>
                  <a:cubicBezTo>
                    <a:pt x="21600" y="-484"/>
                    <a:pt x="8558" y="13479"/>
                    <a:pt x="8933" y="13772"/>
                  </a:cubicBezTo>
                  <a:cubicBezTo>
                    <a:pt x="6785" y="12126"/>
                    <a:pt x="2898" y="10471"/>
                    <a:pt x="0" y="10120"/>
                  </a:cubicBezTo>
                  <a:cubicBezTo>
                    <a:pt x="1254" y="12620"/>
                    <a:pt x="2166" y="14279"/>
                    <a:pt x="4430" y="16128"/>
                  </a:cubicBezTo>
                  <a:cubicBezTo>
                    <a:pt x="4883" y="16498"/>
                    <a:pt x="10336" y="20581"/>
                    <a:pt x="9763" y="21116"/>
                  </a:cubicBezTo>
                  <a:cubicBezTo>
                    <a:pt x="14957" y="16270"/>
                    <a:pt x="20402" y="7017"/>
                    <a:pt x="21521" y="13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4" name="Group 44"/>
          <p:cNvGrpSpPr/>
          <p:nvPr>
            <p:custDataLst>
              <p:tags r:id="rId10"/>
            </p:custDataLst>
          </p:nvPr>
        </p:nvGrpSpPr>
        <p:grpSpPr>
          <a:xfrm>
            <a:off x="1238130" y="4332223"/>
            <a:ext cx="807367" cy="906808"/>
            <a:chOff x="0" y="0"/>
            <a:chExt cx="807366" cy="906807"/>
          </a:xfrm>
        </p:grpSpPr>
        <p:sp>
          <p:nvSpPr>
            <p:cNvPr id="15" name="chenying0907 42"/>
            <p:cNvSpPr/>
            <p:nvPr>
              <p:custDataLst>
                <p:tags r:id="rId11"/>
              </p:custDataLst>
            </p:nvPr>
          </p:nvSpPr>
          <p:spPr>
            <a:xfrm>
              <a:off x="-1" y="101600"/>
              <a:ext cx="792823" cy="80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6" h="19829" extrusionOk="0">
                  <a:moveTo>
                    <a:pt x="13770" y="824"/>
                  </a:moveTo>
                  <a:cubicBezTo>
                    <a:pt x="8089" y="-376"/>
                    <a:pt x="1804" y="-1265"/>
                    <a:pt x="353" y="5681"/>
                  </a:cubicBezTo>
                  <a:cubicBezTo>
                    <a:pt x="-441" y="9482"/>
                    <a:pt x="-115" y="16268"/>
                    <a:pt x="3660" y="18583"/>
                  </a:cubicBezTo>
                  <a:cubicBezTo>
                    <a:pt x="6516" y="20335"/>
                    <a:pt x="12966" y="20052"/>
                    <a:pt x="15977" y="18892"/>
                  </a:cubicBezTo>
                  <a:cubicBezTo>
                    <a:pt x="21159" y="16897"/>
                    <a:pt x="19879" y="11191"/>
                    <a:pt x="19174" y="6766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6" name="chenying0907 43"/>
            <p:cNvSpPr/>
            <p:nvPr>
              <p:custDataLst>
                <p:tags r:id="rId12"/>
              </p:custDataLst>
            </p:nvPr>
          </p:nvSpPr>
          <p:spPr>
            <a:xfrm>
              <a:off x="165100" y="-1"/>
              <a:ext cx="642267" cy="718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116" extrusionOk="0">
                  <a:moveTo>
                    <a:pt x="21521" y="13"/>
                  </a:moveTo>
                  <a:cubicBezTo>
                    <a:pt x="21600" y="-484"/>
                    <a:pt x="8558" y="13479"/>
                    <a:pt x="8933" y="13772"/>
                  </a:cubicBezTo>
                  <a:cubicBezTo>
                    <a:pt x="6785" y="12126"/>
                    <a:pt x="2898" y="10471"/>
                    <a:pt x="0" y="10120"/>
                  </a:cubicBezTo>
                  <a:cubicBezTo>
                    <a:pt x="1254" y="12620"/>
                    <a:pt x="2166" y="14279"/>
                    <a:pt x="4430" y="16128"/>
                  </a:cubicBezTo>
                  <a:cubicBezTo>
                    <a:pt x="4883" y="16498"/>
                    <a:pt x="10336" y="20581"/>
                    <a:pt x="9763" y="21116"/>
                  </a:cubicBezTo>
                  <a:cubicBezTo>
                    <a:pt x="14957" y="16270"/>
                    <a:pt x="20402" y="7017"/>
                    <a:pt x="21521" y="13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8" name="Group 55"/>
          <p:cNvGrpSpPr/>
          <p:nvPr/>
        </p:nvGrpSpPr>
        <p:grpSpPr>
          <a:xfrm rot="2273417">
            <a:off x="8811382" y="1851050"/>
            <a:ext cx="3224787" cy="3176915"/>
            <a:chOff x="0" y="0"/>
            <a:chExt cx="1149595" cy="1132530"/>
          </a:xfrm>
        </p:grpSpPr>
        <p:sp>
          <p:nvSpPr>
            <p:cNvPr id="22" name="chenying0907 50"/>
            <p:cNvSpPr/>
            <p:nvPr/>
          </p:nvSpPr>
          <p:spPr>
            <a:xfrm>
              <a:off x="495300" y="419100"/>
              <a:ext cx="288999" cy="341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7" h="20953" extrusionOk="0">
                  <a:moveTo>
                    <a:pt x="310" y="19339"/>
                  </a:moveTo>
                  <a:cubicBezTo>
                    <a:pt x="1970" y="21600"/>
                    <a:pt x="8627" y="20962"/>
                    <a:pt x="10626" y="20516"/>
                  </a:cubicBezTo>
                  <a:cubicBezTo>
                    <a:pt x="14392" y="19676"/>
                    <a:pt x="17603" y="17645"/>
                    <a:pt x="19255" y="14542"/>
                  </a:cubicBezTo>
                  <a:cubicBezTo>
                    <a:pt x="21291" y="10718"/>
                    <a:pt x="21600" y="1795"/>
                    <a:pt x="15756" y="0"/>
                  </a:cubicBezTo>
                  <a:cubicBezTo>
                    <a:pt x="14569" y="3871"/>
                    <a:pt x="15031" y="8421"/>
                    <a:pt x="12815" y="11999"/>
                  </a:cubicBezTo>
                  <a:cubicBezTo>
                    <a:pt x="10327" y="16013"/>
                    <a:pt x="4821" y="17658"/>
                    <a:pt x="0" y="18694"/>
                  </a:cubicBezTo>
                  <a:cubicBezTo>
                    <a:pt x="63" y="18932"/>
                    <a:pt x="168" y="19146"/>
                    <a:pt x="310" y="19339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grpSp>
          <p:nvGrpSpPr>
            <p:cNvPr id="23" name="Group 54"/>
            <p:cNvGrpSpPr/>
            <p:nvPr/>
          </p:nvGrpSpPr>
          <p:grpSpPr>
            <a:xfrm>
              <a:off x="-1" y="0"/>
              <a:ext cx="1149597" cy="1132531"/>
              <a:chOff x="0" y="0"/>
              <a:chExt cx="1149595" cy="1132530"/>
            </a:xfrm>
          </p:grpSpPr>
          <p:sp>
            <p:nvSpPr>
              <p:cNvPr id="24" name="chenying0907 51"/>
              <p:cNvSpPr/>
              <p:nvPr/>
            </p:nvSpPr>
            <p:spPr>
              <a:xfrm>
                <a:off x="0" y="0"/>
                <a:ext cx="1149596" cy="11325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0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5" name="chenying0907 52"/>
              <p:cNvSpPr/>
              <p:nvPr/>
            </p:nvSpPr>
            <p:spPr>
              <a:xfrm>
                <a:off x="190500" y="177800"/>
                <a:ext cx="789686" cy="7779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3" y="19314"/>
                      <a:pt x="15760" y="18135"/>
                      <a:pt x="18000" y="13346"/>
                    </a:cubicBezTo>
                    <a:cubicBezTo>
                      <a:pt x="21411" y="6050"/>
                      <a:pt x="13778" y="-2286"/>
                      <a:pt x="5945" y="577"/>
                    </a:cubicBezTo>
                    <a:cubicBezTo>
                      <a:pt x="2991" y="1657"/>
                      <a:pt x="198" y="6129"/>
                      <a:pt x="12" y="9065"/>
                    </a:cubicBezTo>
                    <a:cubicBezTo>
                      <a:pt x="-189" y="12266"/>
                      <a:pt x="2171" y="15739"/>
                      <a:pt x="5118" y="17138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6" name="chenying0907 53"/>
              <p:cNvSpPr/>
              <p:nvPr/>
            </p:nvSpPr>
            <p:spPr>
              <a:xfrm>
                <a:off x="381000" y="368300"/>
                <a:ext cx="396756" cy="3908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1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grpSp>
        <p:nvGrpSpPr>
          <p:cNvPr id="19" name="Group 58"/>
          <p:cNvGrpSpPr/>
          <p:nvPr/>
        </p:nvGrpSpPr>
        <p:grpSpPr>
          <a:xfrm rot="2273417">
            <a:off x="7686489" y="2551086"/>
            <a:ext cx="2252925" cy="2330728"/>
            <a:chOff x="0" y="0"/>
            <a:chExt cx="803139" cy="830875"/>
          </a:xfrm>
        </p:grpSpPr>
        <p:sp>
          <p:nvSpPr>
            <p:cNvPr id="20" name="chenying0907 56"/>
            <p:cNvSpPr/>
            <p:nvPr/>
          </p:nvSpPr>
          <p:spPr>
            <a:xfrm>
              <a:off x="0" y="431800"/>
              <a:ext cx="377118" cy="399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27" y="12126"/>
                  </a:moveTo>
                  <a:lnTo>
                    <a:pt x="0" y="9668"/>
                  </a:lnTo>
                  <a:lnTo>
                    <a:pt x="12334" y="0"/>
                  </a:lnTo>
                  <a:lnTo>
                    <a:pt x="19930" y="2881"/>
                  </a:lnTo>
                  <a:lnTo>
                    <a:pt x="21600" y="12126"/>
                  </a:lnTo>
                  <a:lnTo>
                    <a:pt x="10800" y="21600"/>
                  </a:lnTo>
                  <a:cubicBezTo>
                    <a:pt x="10800" y="21600"/>
                    <a:pt x="9127" y="12126"/>
                    <a:pt x="9127" y="12126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21" name="chenying0907 57"/>
            <p:cNvSpPr/>
            <p:nvPr/>
          </p:nvSpPr>
          <p:spPr>
            <a:xfrm>
              <a:off x="165100" y="0"/>
              <a:ext cx="638040" cy="661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0"/>
                    <a:pt x="4432" y="18069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459095" y="4165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阶段三学习</a:t>
            </a:r>
            <a:r>
              <a:rPr kumimoji="1" lang="zh-CN" altLang="en-US" sz="32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过程</a:t>
            </a:r>
            <a:endParaRPr kumimoji="1" lang="zh-CN" altLang="en-US" sz="32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63203 0.08472 L -1.04167E-6 2.22222E-6 " pathEditMode="relative" rAng="0" ptsTypes="AA" p14:bounceEnd="50000">
                                          <p:cBhvr>
                                            <p:cTn id="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589" y="-414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42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7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5" grpId="0" bldLvl="0" animBg="1"/>
          <p:bldP spid="7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63203 0.08472 L -1.04167E-6 2.22222E-6 " pathEditMode="relative" rAng="0" ptsTypes="AA">
                                          <p:cBhvr>
                                            <p:cTn id="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589" y="-414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42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7" presetClass="entr" presetSubtype="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5" grpId="0" bldLvl="0" animBg="1"/>
          <p:bldP spid="7" grpId="0" bldLvl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3"/>
          <p:cNvGrpSpPr/>
          <p:nvPr/>
        </p:nvGrpSpPr>
        <p:grpSpPr>
          <a:xfrm>
            <a:off x="8000365" y="2361565"/>
            <a:ext cx="2640330" cy="2167890"/>
            <a:chOff x="0" y="0"/>
            <a:chExt cx="1280857" cy="993656"/>
          </a:xfrm>
        </p:grpSpPr>
        <p:sp>
          <p:nvSpPr>
            <p:cNvPr id="8" name="chenying0907 20"/>
            <p:cNvSpPr/>
            <p:nvPr/>
          </p:nvSpPr>
          <p:spPr>
            <a:xfrm>
              <a:off x="0" y="330200"/>
              <a:ext cx="288591" cy="645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065" extrusionOk="0">
                  <a:moveTo>
                    <a:pt x="21591" y="657"/>
                  </a:moveTo>
                  <a:cubicBezTo>
                    <a:pt x="21313" y="3274"/>
                    <a:pt x="20285" y="19341"/>
                    <a:pt x="19972" y="20861"/>
                  </a:cubicBezTo>
                  <a:cubicBezTo>
                    <a:pt x="13302" y="21340"/>
                    <a:pt x="5682" y="20843"/>
                    <a:pt x="0" y="20707"/>
                  </a:cubicBezTo>
                  <a:cubicBezTo>
                    <a:pt x="-9" y="20707"/>
                    <a:pt x="1831" y="1906"/>
                    <a:pt x="1767" y="85"/>
                  </a:cubicBezTo>
                  <a:cubicBezTo>
                    <a:pt x="9463" y="-260"/>
                    <a:pt x="15156" y="544"/>
                    <a:pt x="21591" y="657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9" name="chenying0907 21"/>
            <p:cNvSpPr/>
            <p:nvPr/>
          </p:nvSpPr>
          <p:spPr>
            <a:xfrm>
              <a:off x="495299" y="0"/>
              <a:ext cx="293450" cy="984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8" h="21386" extrusionOk="0">
                  <a:moveTo>
                    <a:pt x="21168" y="380"/>
                  </a:moveTo>
                  <a:cubicBezTo>
                    <a:pt x="20900" y="2122"/>
                    <a:pt x="19512" y="20269"/>
                    <a:pt x="19211" y="21281"/>
                  </a:cubicBezTo>
                  <a:cubicBezTo>
                    <a:pt x="12782" y="21600"/>
                    <a:pt x="5567" y="21100"/>
                    <a:pt x="86" y="21010"/>
                  </a:cubicBezTo>
                  <a:cubicBezTo>
                    <a:pt x="79" y="21009"/>
                    <a:pt x="72" y="21009"/>
                    <a:pt x="65" y="21009"/>
                  </a:cubicBezTo>
                  <a:cubicBezTo>
                    <a:pt x="-432" y="21001"/>
                    <a:pt x="2115" y="1211"/>
                    <a:pt x="2053" y="0"/>
                  </a:cubicBezTo>
                  <a:cubicBezTo>
                    <a:pt x="8130" y="30"/>
                    <a:pt x="14963" y="305"/>
                    <a:pt x="21168" y="380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0" name="chenying0907 22"/>
            <p:cNvSpPr/>
            <p:nvPr/>
          </p:nvSpPr>
          <p:spPr>
            <a:xfrm>
              <a:off x="990600" y="215899"/>
              <a:ext cx="290258" cy="777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0" h="21107" extrusionOk="0">
                  <a:moveTo>
                    <a:pt x="21170" y="522"/>
                  </a:moveTo>
                  <a:cubicBezTo>
                    <a:pt x="20919" y="2230"/>
                    <a:pt x="19726" y="20019"/>
                    <a:pt x="19433" y="21010"/>
                  </a:cubicBezTo>
                  <a:cubicBezTo>
                    <a:pt x="12936" y="21314"/>
                    <a:pt x="5635" y="20815"/>
                    <a:pt x="93" y="20719"/>
                  </a:cubicBezTo>
                  <a:cubicBezTo>
                    <a:pt x="86" y="20719"/>
                    <a:pt x="78" y="20719"/>
                    <a:pt x="70" y="20719"/>
                  </a:cubicBezTo>
                  <a:cubicBezTo>
                    <a:pt x="-430" y="20710"/>
                    <a:pt x="1916" y="1312"/>
                    <a:pt x="1840" y="125"/>
                  </a:cubicBezTo>
                  <a:cubicBezTo>
                    <a:pt x="9661" y="-286"/>
                    <a:pt x="14896" y="441"/>
                    <a:pt x="21170" y="522"/>
                  </a:cubicBezTo>
                  <a:close/>
                </a:path>
              </a:pathLst>
            </a:custGeom>
            <a:solidFill>
              <a:srgbClr val="E7E4E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1" name="Group 70"/>
          <p:cNvGrpSpPr/>
          <p:nvPr/>
        </p:nvGrpSpPr>
        <p:grpSpPr>
          <a:xfrm>
            <a:off x="7156450" y="1372870"/>
            <a:ext cx="4523105" cy="4627880"/>
            <a:chOff x="0" y="0"/>
            <a:chExt cx="2335459" cy="2193537"/>
          </a:xfrm>
        </p:grpSpPr>
        <p:sp>
          <p:nvSpPr>
            <p:cNvPr id="1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4" name="chenying0907 68"/>
            <p:cNvSpPr/>
            <p:nvPr/>
          </p:nvSpPr>
          <p:spPr>
            <a:xfrm>
              <a:off x="1130300" y="1600199"/>
              <a:ext cx="16672" cy="33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5" name="chenying0907 69"/>
            <p:cNvSpPr/>
            <p:nvPr/>
          </p:nvSpPr>
          <p:spPr>
            <a:xfrm>
              <a:off x="990600" y="1955799"/>
              <a:ext cx="284801" cy="237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35" h="17669" extrusionOk="0">
                  <a:moveTo>
                    <a:pt x="13789" y="13529"/>
                  </a:moveTo>
                  <a:cubicBezTo>
                    <a:pt x="19485" y="4044"/>
                    <a:pt x="10745" y="-2666"/>
                    <a:pt x="4561" y="1034"/>
                  </a:cubicBezTo>
                  <a:cubicBezTo>
                    <a:pt x="-65" y="3803"/>
                    <a:pt x="-2115" y="11785"/>
                    <a:pt x="2972" y="15848"/>
                  </a:cubicBezTo>
                  <a:cubicBezTo>
                    <a:pt x="6834" y="18934"/>
                    <a:pt x="11071" y="18055"/>
                    <a:pt x="13789" y="1352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sp>
        <p:nvSpPr>
          <p:cNvPr id="17" name="chenying0907 148"/>
          <p:cNvSpPr/>
          <p:nvPr/>
        </p:nvSpPr>
        <p:spPr>
          <a:xfrm>
            <a:off x="1669657" y="2646848"/>
            <a:ext cx="3912294" cy="6667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32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静态网页展示</a:t>
            </a:r>
            <a:endParaRPr lang="zh-CN" altLang="en-US" sz="32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94022" y="3919884"/>
            <a:ext cx="1554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3600">
                <a:solidFill>
                  <a:schemeClr val="tx2">
                    <a:lumMod val="75000"/>
                  </a:schemeClr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阶段四</a:t>
            </a:r>
            <a:endParaRPr kumimoji="1" lang="zh-CN" altLang="en-US" sz="3600">
              <a:solidFill>
                <a:schemeClr val="tx2">
                  <a:lumMod val="75000"/>
                </a:schemeClr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11" name="Group 70"/>
          <p:cNvGrpSpPr/>
          <p:nvPr/>
        </p:nvGrpSpPr>
        <p:grpSpPr>
          <a:xfrm>
            <a:off x="1798278" y="-226774"/>
            <a:ext cx="8602626" cy="8079856"/>
            <a:chOff x="0" y="0"/>
            <a:chExt cx="2335459" cy="2193537"/>
          </a:xfrm>
        </p:grpSpPr>
        <p:sp>
          <p:nvSpPr>
            <p:cNvPr id="12" name="chenying0907 66"/>
            <p:cNvSpPr/>
            <p:nvPr/>
          </p:nvSpPr>
          <p:spPr>
            <a:xfrm>
              <a:off x="88900" y="177800"/>
              <a:ext cx="2125877" cy="142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50" extrusionOk="0">
                  <a:moveTo>
                    <a:pt x="21281" y="131"/>
                  </a:moveTo>
                  <a:cubicBezTo>
                    <a:pt x="20628" y="31"/>
                    <a:pt x="2649" y="215"/>
                    <a:pt x="166" y="0"/>
                  </a:cubicBezTo>
                  <a:cubicBezTo>
                    <a:pt x="70" y="3334"/>
                    <a:pt x="43" y="6398"/>
                    <a:pt x="99" y="9794"/>
                  </a:cubicBezTo>
                  <a:cubicBezTo>
                    <a:pt x="201" y="15985"/>
                    <a:pt x="-129" y="17592"/>
                    <a:pt x="60" y="21542"/>
                  </a:cubicBezTo>
                  <a:cubicBezTo>
                    <a:pt x="1560" y="21600"/>
                    <a:pt x="19091" y="21287"/>
                    <a:pt x="21090" y="21542"/>
                  </a:cubicBezTo>
                  <a:cubicBezTo>
                    <a:pt x="21175" y="18119"/>
                    <a:pt x="21202" y="17551"/>
                    <a:pt x="21175" y="14349"/>
                  </a:cubicBezTo>
                  <a:cubicBezTo>
                    <a:pt x="21134" y="9458"/>
                    <a:pt x="21471" y="5014"/>
                    <a:pt x="21281" y="131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" name="chenying0907 67"/>
            <p:cNvSpPr/>
            <p:nvPr/>
          </p:nvSpPr>
          <p:spPr>
            <a:xfrm>
              <a:off x="-1" y="0"/>
              <a:ext cx="2335461" cy="184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19061" extrusionOk="0">
                  <a:moveTo>
                    <a:pt x="902" y="18172"/>
                  </a:moveTo>
                  <a:cubicBezTo>
                    <a:pt x="357" y="17727"/>
                    <a:pt x="-200" y="12317"/>
                    <a:pt x="71" y="5707"/>
                  </a:cubicBezTo>
                  <a:cubicBezTo>
                    <a:pt x="379" y="-1823"/>
                    <a:pt x="1461" y="270"/>
                    <a:pt x="2010" y="259"/>
                  </a:cubicBezTo>
                  <a:cubicBezTo>
                    <a:pt x="7486" y="145"/>
                    <a:pt x="12959" y="733"/>
                    <a:pt x="18433" y="1907"/>
                  </a:cubicBezTo>
                  <a:cubicBezTo>
                    <a:pt x="19405" y="2115"/>
                    <a:pt x="21400" y="-2382"/>
                    <a:pt x="21308" y="14217"/>
                  </a:cubicBezTo>
                  <a:cubicBezTo>
                    <a:pt x="21311" y="19032"/>
                    <a:pt x="20486" y="19218"/>
                    <a:pt x="19999" y="19008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4" name="chenying0907 68"/>
            <p:cNvSpPr/>
            <p:nvPr/>
          </p:nvSpPr>
          <p:spPr>
            <a:xfrm>
              <a:off x="1130300" y="1600199"/>
              <a:ext cx="16672" cy="33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58" h="19845" extrusionOk="0">
                  <a:moveTo>
                    <a:pt x="0" y="0"/>
                  </a:moveTo>
                  <a:cubicBezTo>
                    <a:pt x="21600" y="4703"/>
                    <a:pt x="13319" y="10461"/>
                    <a:pt x="16331" y="15310"/>
                  </a:cubicBezTo>
                  <a:cubicBezTo>
                    <a:pt x="16793" y="16055"/>
                    <a:pt x="11256" y="21600"/>
                    <a:pt x="11542" y="19282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5" name="chenying0907 69"/>
            <p:cNvSpPr/>
            <p:nvPr/>
          </p:nvSpPr>
          <p:spPr>
            <a:xfrm>
              <a:off x="990600" y="1955799"/>
              <a:ext cx="284801" cy="237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35" h="17669" extrusionOk="0">
                  <a:moveTo>
                    <a:pt x="13789" y="13529"/>
                  </a:moveTo>
                  <a:cubicBezTo>
                    <a:pt x="19485" y="4044"/>
                    <a:pt x="10745" y="-2666"/>
                    <a:pt x="4561" y="1034"/>
                  </a:cubicBezTo>
                  <a:cubicBezTo>
                    <a:pt x="-65" y="3803"/>
                    <a:pt x="-2115" y="11785"/>
                    <a:pt x="2972" y="15848"/>
                  </a:cubicBezTo>
                  <a:cubicBezTo>
                    <a:pt x="6834" y="18934"/>
                    <a:pt x="11071" y="18055"/>
                    <a:pt x="13789" y="1352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16" name="组 15"/>
          <p:cNvGrpSpPr/>
          <p:nvPr/>
        </p:nvGrpSpPr>
        <p:grpSpPr>
          <a:xfrm>
            <a:off x="4431238" y="1508012"/>
            <a:ext cx="2360904" cy="2195308"/>
            <a:chOff x="4431238" y="1508012"/>
            <a:chExt cx="2360904" cy="2195308"/>
          </a:xfrm>
        </p:grpSpPr>
        <p:sp>
          <p:nvSpPr>
            <p:cNvPr id="17" name="chenying0907 201"/>
            <p:cNvSpPr/>
            <p:nvPr/>
          </p:nvSpPr>
          <p:spPr>
            <a:xfrm>
              <a:off x="4431238" y="1508012"/>
              <a:ext cx="2360904" cy="2195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10" y="4955"/>
                  </a:moveTo>
                  <a:cubicBezTo>
                    <a:pt x="18465" y="9425"/>
                    <a:pt x="18297" y="14113"/>
                    <a:pt x="21600" y="18296"/>
                  </a:cubicBezTo>
                  <a:cubicBezTo>
                    <a:pt x="14274" y="17484"/>
                    <a:pt x="12639" y="14333"/>
                    <a:pt x="6691" y="21600"/>
                  </a:cubicBezTo>
                  <a:cubicBezTo>
                    <a:pt x="10802" y="16578"/>
                    <a:pt x="3281" y="10613"/>
                    <a:pt x="0" y="8990"/>
                  </a:cubicBezTo>
                  <a:cubicBezTo>
                    <a:pt x="4976" y="11451"/>
                    <a:pt x="9737" y="4157"/>
                    <a:pt x="10108" y="0"/>
                  </a:cubicBezTo>
                  <a:cubicBezTo>
                    <a:pt x="12265" y="4785"/>
                    <a:pt x="16387" y="6388"/>
                    <a:pt x="21010" y="4955"/>
                  </a:cubicBezTo>
                  <a:close/>
                </a:path>
              </a:pathLst>
            </a:custGeom>
            <a:solidFill>
              <a:srgbClr val="FDD67A"/>
            </a:solidFill>
            <a:ln w="38100">
              <a:solidFill>
                <a:srgbClr val="46537A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477603" y="1833012"/>
              <a:ext cx="68640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zh-CN" sz="8000">
                  <a:solidFill>
                    <a:schemeClr val="tx2"/>
                  </a:solidFill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4</a:t>
              </a:r>
              <a:endParaRPr kumimoji="1" lang="zh-CN" altLang="en-US" sz="8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761355" y="7339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 25"/>
          <p:cNvGrpSpPr/>
          <p:nvPr/>
        </p:nvGrpSpPr>
        <p:grpSpPr>
          <a:xfrm>
            <a:off x="7362865" y="1088134"/>
            <a:ext cx="4093561" cy="4684969"/>
            <a:chOff x="6435765" y="1088769"/>
            <a:chExt cx="4093561" cy="4684969"/>
          </a:xfrm>
        </p:grpSpPr>
        <p:sp>
          <p:nvSpPr>
            <p:cNvPr id="71" name="chenying0907 115"/>
            <p:cNvSpPr/>
            <p:nvPr/>
          </p:nvSpPr>
          <p:spPr>
            <a:xfrm>
              <a:off x="7567348" y="1088769"/>
              <a:ext cx="1775717" cy="4684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911" h="21530" extrusionOk="0">
                  <a:moveTo>
                    <a:pt x="8172" y="21530"/>
                  </a:moveTo>
                  <a:cubicBezTo>
                    <a:pt x="17621" y="21583"/>
                    <a:pt x="19236" y="17"/>
                    <a:pt x="8422" y="0"/>
                  </a:cubicBezTo>
                  <a:cubicBezTo>
                    <a:pt x="-2191" y="-17"/>
                    <a:pt x="-2364" y="17802"/>
                    <a:pt x="5608" y="20986"/>
                  </a:cubicBezTo>
                  <a:cubicBezTo>
                    <a:pt x="6530" y="21354"/>
                    <a:pt x="7385" y="21526"/>
                    <a:pt x="8172" y="21530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2" name="chenying0907 116"/>
            <p:cNvSpPr/>
            <p:nvPr/>
          </p:nvSpPr>
          <p:spPr>
            <a:xfrm>
              <a:off x="6477672" y="1926978"/>
              <a:ext cx="4051654" cy="30165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9" h="14657" extrusionOk="0">
                  <a:moveTo>
                    <a:pt x="290" y="13739"/>
                  </a:moveTo>
                  <a:cubicBezTo>
                    <a:pt x="2960" y="18035"/>
                    <a:pt x="21566" y="6126"/>
                    <a:pt x="18474" y="1235"/>
                  </a:cubicBezTo>
                  <a:cubicBezTo>
                    <a:pt x="15439" y="-3565"/>
                    <a:pt x="399" y="6799"/>
                    <a:pt x="11" y="12263"/>
                  </a:cubicBezTo>
                  <a:cubicBezTo>
                    <a:pt x="-34" y="12895"/>
                    <a:pt x="67" y="13381"/>
                    <a:pt x="290" y="13739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3" name="chenying0907 117"/>
            <p:cNvSpPr/>
            <p:nvPr/>
          </p:nvSpPr>
          <p:spPr>
            <a:xfrm>
              <a:off x="6435765" y="1926974"/>
              <a:ext cx="4083572" cy="297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81" h="14577" extrusionOk="0">
                  <a:moveTo>
                    <a:pt x="18610" y="13616"/>
                  </a:moveTo>
                  <a:cubicBezTo>
                    <a:pt x="16016" y="17996"/>
                    <a:pt x="-2680" y="6280"/>
                    <a:pt x="326" y="1291"/>
                  </a:cubicBezTo>
                  <a:cubicBezTo>
                    <a:pt x="3276" y="-3604"/>
                    <a:pt x="18399" y="6612"/>
                    <a:pt x="18866" y="12121"/>
                  </a:cubicBezTo>
                  <a:cubicBezTo>
                    <a:pt x="18920" y="12758"/>
                    <a:pt x="18826" y="13251"/>
                    <a:pt x="18610" y="13616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67" name="chenying0907 119"/>
            <p:cNvSpPr/>
            <p:nvPr/>
          </p:nvSpPr>
          <p:spPr>
            <a:xfrm>
              <a:off x="8112182" y="3058555"/>
              <a:ext cx="742549" cy="742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12" h="15261" extrusionOk="0">
                  <a:moveTo>
                    <a:pt x="2533" y="1855"/>
                  </a:moveTo>
                  <a:cubicBezTo>
                    <a:pt x="435" y="3677"/>
                    <a:pt x="-1127" y="9084"/>
                    <a:pt x="1048" y="11828"/>
                  </a:cubicBezTo>
                  <a:cubicBezTo>
                    <a:pt x="7916" y="20487"/>
                    <a:pt x="20473" y="10972"/>
                    <a:pt x="14024" y="3054"/>
                  </a:cubicBezTo>
                  <a:cubicBezTo>
                    <a:pt x="11228" y="-380"/>
                    <a:pt x="5949" y="-1113"/>
                    <a:pt x="2533" y="1855"/>
                  </a:cubicBezTo>
                  <a:close/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  <p:grpSp>
        <p:nvGrpSpPr>
          <p:cNvPr id="24" name="组 23"/>
          <p:cNvGrpSpPr/>
          <p:nvPr/>
        </p:nvGrpSpPr>
        <p:grpSpPr>
          <a:xfrm>
            <a:off x="9039274" y="839207"/>
            <a:ext cx="742558" cy="742822"/>
            <a:chOff x="7734984" y="963032"/>
            <a:chExt cx="742558" cy="742822"/>
          </a:xfrm>
        </p:grpSpPr>
        <p:sp>
          <p:nvSpPr>
            <p:cNvPr id="68" name="chenying0907 120"/>
            <p:cNvSpPr/>
            <p:nvPr/>
          </p:nvSpPr>
          <p:spPr>
            <a:xfrm>
              <a:off x="7734984" y="963032"/>
              <a:ext cx="742558" cy="742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12" h="15261" extrusionOk="0">
                  <a:moveTo>
                    <a:pt x="2533" y="1855"/>
                  </a:moveTo>
                  <a:cubicBezTo>
                    <a:pt x="436" y="3677"/>
                    <a:pt x="-1127" y="9084"/>
                    <a:pt x="1048" y="11828"/>
                  </a:cubicBezTo>
                  <a:cubicBezTo>
                    <a:pt x="7916" y="20487"/>
                    <a:pt x="20473" y="10972"/>
                    <a:pt x="14025" y="3054"/>
                  </a:cubicBezTo>
                  <a:cubicBezTo>
                    <a:pt x="11228" y="-380"/>
                    <a:pt x="5949" y="-1113"/>
                    <a:pt x="2533" y="1855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21569" y="963032"/>
              <a:ext cx="42030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1</a:t>
              </a:r>
              <a:endParaRPr kumimoji="1" lang="zh-CN" altLang="en-US" sz="40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grpSp>
        <p:nvGrpSpPr>
          <p:cNvPr id="25" name="组 24"/>
          <p:cNvGrpSpPr/>
          <p:nvPr/>
        </p:nvGrpSpPr>
        <p:grpSpPr>
          <a:xfrm>
            <a:off x="6950740" y="3764796"/>
            <a:ext cx="742578" cy="787795"/>
            <a:chOff x="6100475" y="3809881"/>
            <a:chExt cx="742578" cy="787795"/>
          </a:xfrm>
        </p:grpSpPr>
        <p:sp>
          <p:nvSpPr>
            <p:cNvPr id="70" name="chenying0907 122"/>
            <p:cNvSpPr/>
            <p:nvPr/>
          </p:nvSpPr>
          <p:spPr>
            <a:xfrm>
              <a:off x="6100475" y="3854854"/>
              <a:ext cx="742578" cy="742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12" h="15261" extrusionOk="0">
                  <a:moveTo>
                    <a:pt x="2533" y="1855"/>
                  </a:moveTo>
                  <a:cubicBezTo>
                    <a:pt x="436" y="3677"/>
                    <a:pt x="-1127" y="9084"/>
                    <a:pt x="1048" y="11828"/>
                  </a:cubicBezTo>
                  <a:cubicBezTo>
                    <a:pt x="7916" y="20487"/>
                    <a:pt x="20473" y="10972"/>
                    <a:pt x="14025" y="3054"/>
                  </a:cubicBezTo>
                  <a:cubicBezTo>
                    <a:pt x="11228" y="-380"/>
                    <a:pt x="5948" y="-1113"/>
                    <a:pt x="2533" y="1855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187070" y="3809881"/>
              <a:ext cx="441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2</a:t>
              </a:r>
              <a:endParaRPr kumimoji="1" lang="zh-CN" altLang="en-US" sz="40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grpSp>
        <p:nvGrpSpPr>
          <p:cNvPr id="23" name="组 22"/>
          <p:cNvGrpSpPr/>
          <p:nvPr/>
        </p:nvGrpSpPr>
        <p:grpSpPr>
          <a:xfrm>
            <a:off x="10997643" y="4366039"/>
            <a:ext cx="742575" cy="742822"/>
            <a:chOff x="9872423" y="4483514"/>
            <a:chExt cx="742575" cy="742822"/>
          </a:xfrm>
        </p:grpSpPr>
        <p:sp>
          <p:nvSpPr>
            <p:cNvPr id="69" name="chenying0907 121"/>
            <p:cNvSpPr/>
            <p:nvPr/>
          </p:nvSpPr>
          <p:spPr>
            <a:xfrm>
              <a:off x="9872423" y="4483514"/>
              <a:ext cx="742575" cy="742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12" h="15261" extrusionOk="0">
                  <a:moveTo>
                    <a:pt x="2532" y="1855"/>
                  </a:moveTo>
                  <a:cubicBezTo>
                    <a:pt x="435" y="3678"/>
                    <a:pt x="-1127" y="9085"/>
                    <a:pt x="1048" y="11828"/>
                  </a:cubicBezTo>
                  <a:cubicBezTo>
                    <a:pt x="7916" y="20487"/>
                    <a:pt x="20473" y="10972"/>
                    <a:pt x="14024" y="3054"/>
                  </a:cubicBezTo>
                  <a:cubicBezTo>
                    <a:pt x="11228" y="-379"/>
                    <a:pt x="5948" y="-1113"/>
                    <a:pt x="2532" y="1855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9937153" y="4483514"/>
              <a:ext cx="42030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>
                  <a:latin typeface="萝莉体 第二版" panose="02000500000000000000" pitchFamily="2" charset="-122"/>
                  <a:ea typeface="萝莉体 第二版" panose="02000500000000000000" pitchFamily="2" charset="-122"/>
                  <a:cs typeface="萝莉体 第二版" panose="02000500000000000000" pitchFamily="2" charset="-122"/>
                </a:rPr>
                <a:t>3</a:t>
              </a:r>
              <a:endParaRPr kumimoji="1" lang="zh-CN" altLang="en-US" sz="40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endParaRPr>
            </a:p>
          </p:txBody>
        </p:sp>
      </p:grpSp>
      <p:sp>
        <p:nvSpPr>
          <p:cNvPr id="81" name="chenying0907 148"/>
          <p:cNvSpPr/>
          <p:nvPr>
            <p:custDataLst>
              <p:tags r:id="rId1"/>
            </p:custDataLst>
          </p:nvPr>
        </p:nvSpPr>
        <p:spPr>
          <a:xfrm>
            <a:off x="347980" y="1077913"/>
            <a:ext cx="5801995" cy="4795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1.HTML：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搭建网页骨架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用 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HTML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搭建网站的 “骨架” 时，我按照页面模块划分结构，从导航栏、主界面、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Introduction、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招新要求、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Q&amp;A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板块到联系方式。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2.CSS：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美化网页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先写已知需要的属性，然后点开网页看效果，再根据所给的网页预览效果图一点点改属性值，如果有其他细节缺失会去询问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。先做好页面排版与静态美化，当效果与预览图差不多时再去添加动态效果。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3.JS: 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实现交互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第三阶段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学的比较少，当做到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qa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部分时发现自己怎么也无法用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css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实现完美下拉效果，询问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AI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后用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解决了，不过中间仍存在问题。最后想实现回到顶部的小按钮，因为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不太熟练，所以选择了用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css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来做。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25 -0.04282 C 0.03594 -0.04213 0.03763 -0.0412 0.03933 -0.04074 C 0.05391 -0.03588 0.04271 -0.04074 0.05456 -0.03611 C 0.05625 -0.03541 0.05795 -0.03472 0.05964 -0.03379 C 0.06224 -0.03264 0.06732 -0.02939 0.06732 -0.02916 C 0.07604 -0.01898 0.07201 -0.02199 0.07878 -0.01805 C 0.08334 0.00672 0.07591 -0.03078 0.08255 -0.00463 C 0.0836 -0.00023 0.08425 0.0044 0.08503 0.00903 C 0.08555 0.01135 0.08555 0.01389 0.08633 0.01574 L 0.08893 0.02269 C 0.08933 0.0257 0.08972 0.02871 0.09011 0.03172 C 0.09089 0.03611 0.0918 0.04074 0.09271 0.04514 L 0.09401 0.05186 C 0.09518 0.05834 0.09571 0.06065 0.09649 0.06783 C 0.09701 0.07223 0.09727 0.07686 0.09779 0.08125 C 0.09805 0.08357 0.0987 0.08588 0.09909 0.0882 C 0.09948 0.09098 0.1 0.09399 0.10026 0.09723 C 0.10078 0.10162 0.10104 0.10625 0.10157 0.11065 C 0.10326 0.125 0.10352 0.12524 0.10534 0.13565 C 0.10586 0.14074 0.10612 0.14607 0.10664 0.15139 C 0.10703 0.1551 0.10768 0.1588 0.10795 0.16274 C 0.1086 0.17246 0.10873 0.18218 0.10925 0.19213 C 0.10964 0.24861 0.11055 0.3051 0.11055 0.36158 C 0.11055 0.39306 0.1099 0.42477 0.10925 0.45625 C 0.10912 0.4632 0.10834 0.47223 0.10664 0.47894 C 0.10599 0.48195 0.10495 0.48496 0.10417 0.48797 C 0.10365 0.49167 0.10339 0.49561 0.10287 0.49931 C 0.10209 0.5051 0.10143 0.50973 0.10026 0.51505 C 0.09948 0.51899 0.09883 0.52269 0.09779 0.52639 C 0.09662 0.53033 0.09505 0.5338 0.09401 0.53774 C 0.09245 0.54306 0.09271 0.54769 0.09141 0.55348 C 0.08933 0.56343 0.08907 0.56088 0.08633 0.56922 C 0.08542 0.57223 0.08464 0.57524 0.08386 0.57824 C 0.0819 0.59491 0.08373 0.58635 0.07748 0.60324 C 0.07748 0.60348 0.0724 0.61667 0.0724 0.6169 C 0.06849 0.6213 0.06797 0.62246 0.06354 0.6257 C 0.05964 0.62871 0.05248 0.63079 0.04948 0.63264 L 0.04571 0.63496 C 0.03933 0.63403 0.03282 0.63519 0.0267 0.63264 C 0.0237 0.63125 0.01901 0.62361 0.01901 0.62385 C 0.01654 0.61042 0.01966 0.62246 0.01393 0.61227 C 0.00547 0.59723 0.01771 0.61297 0.00755 0.60093 C 0.00677 0.59792 0.00573 0.59491 0.00508 0.5919 C 0.00378 0.58658 0.00339 0.58172 0.00248 0.57616 C 0.00209 0.57385 0.00183 0.57153 0.00117 0.56922 C 0.00052 0.5669 -0.00052 0.56482 -0.0013 0.5625 C -0.00156 0.56042 -0.00299 0.54931 -0.0039 0.54676 C -0.00534 0.5419 -0.00898 0.53311 -0.00898 0.53334 C -0.01015 0.52223 -0.00963 0.52223 -0.01276 0.51274 C -0.01432 0.50811 -0.01679 0.5044 -0.01784 0.49931 C -0.02083 0.48311 -0.01888 0.48959 -0.02291 0.47894 C -0.0233 0.47593 -0.0237 0.47292 -0.02422 0.46991 C -0.02461 0.4676 -0.02526 0.46551 -0.02539 0.4632 C -0.02617 0.45047 -0.0263 0.4375 -0.02669 0.42477 C -0.02708 0.41412 -0.0276 0.40371 -0.02799 0.39306 C -0.02955 0.34838 -0.02578 0.36482 -0.03177 0.34329 C -0.03216 0.33959 -0.03255 0.33588 -0.03307 0.33218 C -0.03346 0.32917 -0.03398 0.32616 -0.03437 0.32315 C -0.03489 0.31852 -0.03515 0.31412 -0.03554 0.30949 C -0.03515 0.26667 -0.03502 0.22361 -0.03437 0.18079 C -0.03385 0.1544 -0.03268 0.17061 -0.03047 0.14468 C -0.02838 0.11713 -0.03034 0.13889 -0.02799 0.11968 C -0.02747 0.11598 -0.02721 0.11227 -0.02669 0.10834 C -0.02643 0.10602 -0.02578 0.10394 -0.02539 0.10162 C -0.025 0.09861 -0.02461 0.09561 -0.02422 0.0926 C -0.02383 0.09028 -0.0233 0.0882 -0.02291 0.08588 C -0.02239 0.08287 -0.02213 0.07986 -0.02161 0.07686 C -0.02083 0.07223 -0.02057 0.06713 -0.01914 0.0632 L -0.01653 0.05649 C -0.01614 0.05417 -0.01588 0.05186 -0.01523 0.04977 C -0.01458 0.04723 -0.01328 0.04537 -0.01276 0.04283 C -0.00807 0.02061 -0.01484 0.04074 -0.00898 0.02477 C -0.00768 0.01806 -0.00781 0.01713 -0.00508 0.01135 C 0.00052 -0.00069 -0.00273 0.00949 -2.5E-6 -3.7037E-6 " pathEditMode="relative" rAng="0" ptsTypes="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3388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16 -0.07222 C 0.02266 -0.08565 0.01471 -0.07593 0.03177 -0.10602 C 0.03464 -0.11134 0.03802 -0.1162 0.04063 -0.12199 C 0.04232 -0.1257 0.04375 -0.12986 0.0457 -0.13333 C 0.04805 -0.1375 0.05091 -0.14028 0.05326 -0.14445 C 0.05521 -0.14792 0.05651 -0.15232 0.05833 -0.15579 C 0.0612 -0.16134 0.06432 -0.16644 0.06732 -0.17176 L 0.07487 -0.18519 C 0.07617 -0.1875 0.07761 -0.18958 0.07878 -0.1919 C 0.08229 -0.19977 0.08581 -0.20787 0.09011 -0.21458 C 0.09128 -0.21644 0.09284 -0.21736 0.09401 -0.21898 C 0.09714 -0.22408 0.09961 -0.23033 0.10287 -0.23495 C 0.10495 -0.23796 0.10703 -0.24097 0.10925 -0.24398 C 0.11042 -0.2456 0.11185 -0.24653 0.11302 -0.24838 C 0.11654 -0.25417 0.1194 -0.26134 0.12318 -0.26644 C 0.12487 -0.26875 0.12656 -0.2713 0.12826 -0.27338 C 0.13034 -0.2757 0.13268 -0.27732 0.13464 -0.28009 C 0.13854 -0.28542 0.13919 -0.29028 0.14349 -0.29375 C 0.14518 -0.29491 0.14688 -0.29514 0.14857 -0.29583 L 0.16263 -0.3162 C 0.16432 -0.31852 0.16589 -0.32107 0.16771 -0.32292 C 0.16979 -0.32523 0.17188 -0.32778 0.17409 -0.32986 C 0.17565 -0.33148 0.17761 -0.33218 0.17917 -0.33426 C 0.18568 -0.34375 0.18542 -0.34815 0.1918 -0.35463 C 0.19297 -0.35579 0.1944 -0.35625 0.1957 -0.35695 C 0.2069 -0.37199 0.19466 -0.35741 0.20586 -0.36597 C 0.20716 -0.36713 0.2082 -0.36921 0.20964 -0.37037 C 0.21146 -0.37199 0.21693 -0.37431 0.21849 -0.375 C 0.22018 -0.37639 0.22188 -0.37824 0.22357 -0.3794 C 0.22526 -0.38056 0.22695 -0.38125 0.22865 -0.38171 C 0.23373 -0.38357 0.23893 -0.38449 0.24388 -0.38634 L 0.25026 -0.38843 L 0.29609 -0.38634 C 0.30534 -0.38542 0.30573 -0.38426 0.3138 -0.3794 L 0.31771 -0.37732 C 0.32669 -0.35556 0.31524 -0.37963 0.32787 -0.36366 C 0.32904 -0.36204 0.32943 -0.35903 0.33034 -0.35695 C 0.33164 -0.35394 0.33307 -0.35116 0.33412 -0.34792 C 0.33607 -0.34213 0.33932 -0.32986 0.33932 -0.32963 C 0.3388 -0.3132 0.33867 -0.29653 0.33802 -0.28009 C 0.33789 -0.27616 0.33737 -0.27245 0.33672 -0.26875 C 0.33607 -0.26551 0.33516 -0.26273 0.33412 -0.25972 C 0.33177 -0.25208 0.32904 -0.24468 0.32656 -0.23727 C 0.32526 -0.23333 0.32435 -0.22917 0.32279 -0.22593 C 0.32057 -0.2213 0.31862 -0.21667 0.31641 -0.21227 C 0.31524 -0.20995 0.3138 -0.20787 0.31263 -0.20556 C 0.3112 -0.20278 0.31029 -0.19908 0.30873 -0.19653 C 0.30729 -0.19375 0.30521 -0.19236 0.30365 -0.18982 C 0.30221 -0.18704 0.3013 -0.18357 0.29987 -0.18079 C 0.2987 -0.17824 0.29727 -0.17639 0.29609 -0.17384 C 0.29427 -0.17037 0.2931 -0.16551 0.29102 -0.1625 C 0.2888 -0.15949 0.28581 -0.15833 0.28333 -0.15579 C 0.28151 -0.15394 0.27982 -0.15162 0.27826 -0.14908 C 0.26094 -0.12269 0.29219 -0.16667 0.2681 -0.13542 C 0.26537 -0.13195 0.26315 -0.12778 0.26042 -0.12431 C 0.25534 -0.11759 0.25508 -0.11806 0.25026 -0.11528 C 0.23724 -0.0919 0.25651 -0.12477 0.24141 -0.10394 C 0.23047 -0.08866 0.23958 -0.09514 0.23125 -0.09028 C 0.22734 -0.08472 0.22162 -0.07616 0.21732 -0.07222 C 0.21576 -0.07083 0.2138 -0.07107 0.21211 -0.06991 C 0.20873 -0.06736 0.20534 -0.06389 0.20195 -0.06088 C 0.20026 -0.05949 0.19857 -0.0581 0.19688 -0.05648 C 0.19479 -0.05417 0.19271 -0.05208 0.19063 -0.04954 C 0.18932 -0.04815 0.18815 -0.0463 0.18672 -0.04514 C 0.18555 -0.04398 0.18412 -0.04398 0.18294 -0.04283 C 0.17331 -0.03426 0.17982 -0.03866 0.17279 -0.03148 C 0.17109 -0.02986 0.1694 -0.0287 0.16771 -0.02708 C 0.1655 -0.025 0.16354 -0.02245 0.16133 -0.02037 C 0.15964 -0.01875 0.15794 -0.01736 0.15625 -0.01574 C 0.15495 -0.01435 0.15391 -0.01227 0.15248 -0.01134 C 0.1487 -0.00857 0.1444 -0.00833 0.14102 -0.0044 C 0.12982 0.0088 0.14766 -0.01158 0.12956 0.00463 C 0.12787 0.00602 0.12617 0.00787 0.12448 0.00903 C 0.12331 0.00995 0.12188 0.01018 0.1207 0.01134 C 0.10794 0.02268 0.12734 0.00856 0.11172 0.02037 C 0.10768 0.02338 0.10638 0.02268 0.10156 0.025 C 0.10026 0.02546 0.09909 0.02662 0.09779 0.02708 C 0.09609 0.02801 0.0944 0.02847 0.09271 0.0294 C 0.09011 0.03079 0.08763 0.03241 0.08503 0.03403 C 0.08386 0.03472 0.08255 0.03565 0.08125 0.03611 C 0.07956 0.03704 0.07787 0.0375 0.07617 0.03842 C 0.07357 0.03981 0.07123 0.0419 0.06862 0.04305 L 0.05833 0.04745 C 0.05833 0.04768 0.04818 0.05208 0.04818 0.05231 L 0.0444 0.0544 C 0.03516 0.05347 0.02578 0.05393 0.01641 0.05208 C 0.01498 0.05162 0.01406 0.04861 0.01263 0.04745 C 0.01146 0.04653 0.01016 0.04606 0.00886 0.04514 C 0.00846 0.04305 0.0082 0.04051 0.00755 0.03842 C 0.0069 0.03611 0.0056 0.03426 0.00508 0.03171 C 0.00391 0.02731 0.00339 0.02268 0.00248 0.01805 L 0.00117 0.01134 C 0.00078 0.00903 -1.04167E-6 0.00694 -1.04167E-6 0.00463 L -1.04167E-6 1.11111E-6 " pathEditMode="relative" rAng="0" ptsTypes="AAAAAAAAAAAAAAAAAAAAAAAAAAAAAAAAAAAAAAAAAAAAAAAAAAAAAAAAAAAAAAAAAAAAAAAAAAAAAAAAAAAAAAAAAAAA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51" y="-94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125E-6 1.85185E-6 C -0.00169 0.00069 -0.00338 0.00231 -0.00507 0.00231 C -0.00689 0.00231 -0.00846 0.00046 -0.01015 1.85185E-6 C -0.01275 -0.00093 -0.01523 -0.00162 -0.01783 -0.00232 L -0.03567 -0.00695 L -0.04583 -0.00903 C -0.0483 -0.00972 -0.05091 -0.01065 -0.05338 -0.01134 C -0.05637 -0.01227 -0.05937 -0.01296 -0.06236 -0.01366 C -0.06484 -0.01505 -0.06731 -0.01713 -0.06992 -0.01806 C -0.07499 -0.01991 -0.08189 -0.02222 -0.08645 -0.025 C -0.08775 -0.0257 -0.08906 -0.02616 -0.09036 -0.02708 C -0.09374 -0.02986 -0.09739 -0.03241 -0.10051 -0.03611 C -0.10182 -0.03773 -0.10299 -0.03958 -0.10429 -0.04074 C -0.10911 -0.04491 -0.11093 -0.04537 -0.11575 -0.04746 C -0.11744 -0.05046 -0.11887 -0.05417 -0.12083 -0.05648 C -0.12187 -0.05787 -0.12343 -0.05764 -0.1246 -0.0588 C -0.12604 -0.05996 -0.12721 -0.06181 -0.12851 -0.06343 C -0.13059 -0.06574 -0.13281 -0.06759 -0.13476 -0.07014 C -0.13697 -0.07292 -0.13919 -0.07593 -0.14114 -0.07917 C -0.14296 -0.08195 -0.14439 -0.08565 -0.14622 -0.0882 C -0.1496 -0.09259 -0.15416 -0.09375 -0.15768 -0.09722 C -0.1595 -0.09908 -0.16106 -0.10185 -0.16275 -0.10394 C -0.16757 -0.10996 -0.17044 -0.11366 -0.17551 -0.11759 C -0.17669 -0.11852 -0.17799 -0.11898 -0.17929 -0.11991 L -0.18945 -0.13333 C -0.19114 -0.13565 -0.19283 -0.13796 -0.19452 -0.14005 C -0.19583 -0.14167 -0.19726 -0.14283 -0.19843 -0.14468 C -0.20025 -0.14746 -0.20156 -0.15093 -0.20351 -0.15371 C -0.20585 -0.15718 -0.20872 -0.15949 -0.21106 -0.16273 C -0.21275 -0.16505 -0.21445 -0.16736 -0.21614 -0.16945 C -0.21874 -0.17269 -0.22135 -0.17523 -0.22382 -0.17847 C -0.22551 -0.18079 -0.22721 -0.1831 -0.2289 -0.18542 C -0.2302 -0.18681 -0.2315 -0.1882 -0.23268 -0.18982 C -0.23411 -0.1919 -0.23515 -0.19468 -0.23658 -0.19653 C -0.24309 -0.20648 -0.23971 -0.19514 -0.24791 -0.21458 C -0.25273 -0.22593 -0.24999 -0.22176 -0.25559 -0.22824 C -0.25807 -0.23496 -0.25833 -0.23634 -0.26197 -0.2419 C -0.26314 -0.24352 -0.26458 -0.24468 -0.26575 -0.2463 C -0.27551 -0.26088 -0.26393 -0.2463 -0.27343 -0.25764 C -0.27473 -0.26134 -0.27604 -0.26505 -0.27721 -0.26898 C -0.27812 -0.27176 -0.27877 -0.275 -0.27981 -0.27801 C -0.28124 -0.28195 -0.28476 -0.28889 -0.28606 -0.29375 C -0.28906 -0.30417 -0.28827 -0.30394 -0.28997 -0.31412 C -0.29036 -0.31644 -0.29075 -0.31852 -0.29114 -0.32083 C -0.29075 -0.35023 -0.29075 -0.37963 -0.28997 -0.40903 C -0.28984 -0.41134 -0.28932 -0.41366 -0.28867 -0.41574 C -0.2871 -0.4213 -0.28554 -0.42454 -0.28229 -0.42708 C -0.27981 -0.42894 -0.27473 -0.43148 -0.27473 -0.43148 C -0.2746 -0.43148 -0.23554 -0.42917 -0.2289 -0.42708 C -0.22708 -0.42639 -0.22564 -0.42361 -0.22382 -0.42246 C -0.22135 -0.4213 -0.21874 -0.42107 -0.21614 -0.42037 C -0.21367 -0.41875 -0.21119 -0.41667 -0.20859 -0.41574 C -0.20416 -0.41412 -0.2013 -0.41343 -0.19713 -0.41134 C -0.18541 -0.40533 -0.20442 -0.41412 -0.18697 -0.4044 C -0.18359 -0.40255 -0.17682 -0.4 -0.17682 -0.4 C -0.16718 -0.38866 -0.17942 -0.40185 -0.16783 -0.39329 C -0.16653 -0.39213 -0.16549 -0.38982 -0.16406 -0.38866 C -0.16406 -0.38866 -0.15455 -0.3831 -0.1526 -0.38195 C -0.1513 -0.38125 -0.15012 -0.38033 -0.14882 -0.37963 L -0.13867 -0.375 C -0.13697 -0.37361 -0.13515 -0.37222 -0.13359 -0.3706 C -0.1289 -0.36574 -0.1302 -0.36528 -0.1246 -0.36158 C -0.12304 -0.36042 -0.12122 -0.35996 -0.11952 -0.35926 C -0.10468 -0.33958 -0.12838 -0.37037 -0.10429 -0.34352 L -0.09413 -0.33218 C -0.09205 -0.32986 -0.08984 -0.32778 -0.08775 -0.32546 C -0.08645 -0.32384 -0.08528 -0.32199 -0.08398 -0.32083 C -0.08176 -0.31898 -0.07473 -0.31505 -0.07252 -0.31181 C -0.06966 -0.30787 -0.06783 -0.30185 -0.06484 -0.29838 C -0.06249 -0.29537 -0.05481 -0.28681 -0.05221 -0.28241 C -0.04947 -0.27824 -0.04739 -0.27292 -0.04452 -0.26898 C -0.04244 -0.26597 -0.04023 -0.26296 -0.03814 -0.25996 C -0.03684 -0.25787 -0.0358 -0.25509 -0.03437 -0.25301 C -0.0332 -0.25139 -0.03176 -0.25023 -0.03059 -0.24861 C -0.02122 -0.23681 -0.02981 -0.24653 -0.01913 -0.23496 C -0.01549 -0.22523 -0.01432 -0.2213 -0.00768 -0.2125 C -0.00598 -0.21019 -0.00416 -0.2081 -0.0026 -0.20556 C 0.00248 -0.19792 0.0004 -0.19954 0.00507 -0.18982 C 0.00626 -0.1875 0.00782 -0.18565 0.00886 -0.1831 C 0.01068 -0.17871 0.01394 -0.16945 0.01394 -0.16945 C 0.01433 -0.16736 0.01485 -0.16505 0.01524 -0.16273 C 0.0168 -0.15278 0.01615 -0.15278 0.01902 -0.14236 C 0.01967 -0.14005 0.02071 -0.13796 0.02162 -0.13565 C 0.02201 -0.13333 0.02253 -0.13125 0.02279 -0.12894 C 0.02383 -0.12292 0.02423 -0.11667 0.0254 -0.11088 C 0.02722 -0.10116 0.02631 -0.10625 0.028 -0.09491 C 0.02748 -0.07755 0.02735 -0.06019 0.0267 -0.04306 C 0.02657 -0.04051 0.02605 -0.03843 0.0254 -0.03611 C 0.02475 -0.0338 0.0237 -0.03171 0.02279 -0.0294 C 0.0224 -0.02708 0.02227 -0.02477 0.02162 -0.02269 C 0.01798 -0.01111 0.01784 -0.01134 0.01394 -0.00463 " pathEditMode="relative" ptsTypes="AAAAAAAAAAAAAAAAAAAAAAAAAAAAAA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形状 12"/>
          <p:cNvSpPr/>
          <p:nvPr>
            <p:custDataLst>
              <p:tags r:id="rId1"/>
            </p:custDataLst>
          </p:nvPr>
        </p:nvSpPr>
        <p:spPr>
          <a:xfrm rot="900000">
            <a:off x="-110464" y="-50390"/>
            <a:ext cx="5688148" cy="5726689"/>
          </a:xfrm>
          <a:custGeom>
            <a:avLst/>
            <a:gdLst>
              <a:gd name="connsiteX0" fmla="*/ 0 w 2971282"/>
              <a:gd name="connsiteY0" fmla="*/ 597501 h 3225059"/>
              <a:gd name="connsiteX1" fmla="*/ 2243803 w 2971282"/>
              <a:gd name="connsiteY1" fmla="*/ 0 h 3225059"/>
              <a:gd name="connsiteX2" fmla="*/ 2628646 w 2971282"/>
              <a:gd name="connsiteY2" fmla="*/ 1308668 h 3225059"/>
              <a:gd name="connsiteX3" fmla="*/ 2971282 w 2971282"/>
              <a:gd name="connsiteY3" fmla="*/ 2647321 h 3225059"/>
              <a:gd name="connsiteX4" fmla="*/ 702717 w 2971282"/>
              <a:gd name="connsiteY4" fmla="*/ 3225059 h 3225059"/>
              <a:gd name="connsiteX5" fmla="*/ 0 w 2971282"/>
              <a:gd name="connsiteY5" fmla="*/ 597501 h 3225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71282" h="3225059">
                <a:moveTo>
                  <a:pt x="0" y="597501"/>
                </a:moveTo>
                <a:cubicBezTo>
                  <a:pt x="220066" y="604315"/>
                  <a:pt x="2260156" y="49065"/>
                  <a:pt x="2243803" y="0"/>
                </a:cubicBezTo>
                <a:cubicBezTo>
                  <a:pt x="2374783" y="393473"/>
                  <a:pt x="2464647" y="919829"/>
                  <a:pt x="2628646" y="1308668"/>
                </a:cubicBezTo>
                <a:cubicBezTo>
                  <a:pt x="2811022" y="1740848"/>
                  <a:pt x="2810710" y="2221138"/>
                  <a:pt x="2971282" y="2647321"/>
                </a:cubicBezTo>
                <a:cubicBezTo>
                  <a:pt x="2089927" y="2739726"/>
                  <a:pt x="1560554" y="3098717"/>
                  <a:pt x="702717" y="3225059"/>
                </a:cubicBezTo>
                <a:cubicBezTo>
                  <a:pt x="472994" y="2365334"/>
                  <a:pt x="185180" y="1460633"/>
                  <a:pt x="0" y="597501"/>
                </a:cubicBezTo>
                <a:close/>
              </a:path>
            </a:pathLst>
          </a:custGeom>
          <a:noFill/>
          <a:ln w="38100" cap="flat">
            <a:solidFill>
              <a:srgbClr val="46537A"/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sp>
        <p:nvSpPr>
          <p:cNvPr id="5" name="chenying0907 148"/>
          <p:cNvSpPr/>
          <p:nvPr>
            <p:custDataLst>
              <p:tags r:id="rId2"/>
            </p:custDataLst>
          </p:nvPr>
        </p:nvSpPr>
        <p:spPr>
          <a:xfrm>
            <a:off x="1314165" y="5748808"/>
            <a:ext cx="2838343" cy="408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复刻网站遇到的部分问题</a:t>
            </a:r>
            <a:endParaRPr lang="zh-CN" sz="18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sp>
        <p:nvSpPr>
          <p:cNvPr id="10" name="任意形状 9"/>
          <p:cNvSpPr/>
          <p:nvPr>
            <p:custDataLst>
              <p:tags r:id="rId3"/>
            </p:custDataLst>
          </p:nvPr>
        </p:nvSpPr>
        <p:spPr>
          <a:xfrm rot="900000">
            <a:off x="461009" y="4054911"/>
            <a:ext cx="4604343" cy="1694483"/>
          </a:xfrm>
          <a:custGeom>
            <a:avLst/>
            <a:gdLst>
              <a:gd name="connsiteX0" fmla="*/ 0 w 2391770"/>
              <a:gd name="connsiteY0" fmla="*/ 602437 h 1046964"/>
              <a:gd name="connsiteX1" fmla="*/ 65159 w 2391770"/>
              <a:gd name="connsiteY1" fmla="*/ 589498 h 1046964"/>
              <a:gd name="connsiteX2" fmla="*/ 2218818 w 2391770"/>
              <a:gd name="connsiteY2" fmla="*/ 16366 h 1046964"/>
              <a:gd name="connsiteX3" fmla="*/ 2268042 w 2391770"/>
              <a:gd name="connsiteY3" fmla="*/ 0 h 1046964"/>
              <a:gd name="connsiteX4" fmla="*/ 2296139 w 2391770"/>
              <a:gd name="connsiteY4" fmla="*/ 141041 h 1046964"/>
              <a:gd name="connsiteX5" fmla="*/ 2391770 w 2391770"/>
              <a:gd name="connsiteY5" fmla="*/ 469226 h 1046964"/>
              <a:gd name="connsiteX6" fmla="*/ 123205 w 2391770"/>
              <a:gd name="connsiteY6" fmla="*/ 1046964 h 104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1770" h="1046964">
                <a:moveTo>
                  <a:pt x="0" y="602437"/>
                </a:moveTo>
                <a:lnTo>
                  <a:pt x="65159" y="589498"/>
                </a:lnTo>
                <a:cubicBezTo>
                  <a:pt x="598376" y="479849"/>
                  <a:pt x="1743711" y="171011"/>
                  <a:pt x="2218818" y="16366"/>
                </a:cubicBezTo>
                <a:lnTo>
                  <a:pt x="2268042" y="0"/>
                </a:lnTo>
                <a:lnTo>
                  <a:pt x="2296139" y="141041"/>
                </a:lnTo>
                <a:cubicBezTo>
                  <a:pt x="2321539" y="252753"/>
                  <a:pt x="2351627" y="362680"/>
                  <a:pt x="2391770" y="469226"/>
                </a:cubicBezTo>
                <a:cubicBezTo>
                  <a:pt x="1510415" y="561631"/>
                  <a:pt x="981042" y="920623"/>
                  <a:pt x="123205" y="1046964"/>
                </a:cubicBezTo>
                <a:close/>
              </a:path>
            </a:pathLst>
          </a:custGeom>
          <a:solidFill>
            <a:schemeClr val="accent4"/>
          </a:solidFill>
          <a:ln w="38100" cap="flat">
            <a:solidFill>
              <a:srgbClr val="46537A"/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sp>
        <p:nvSpPr>
          <p:cNvPr id="28" name="chenying0907 148"/>
          <p:cNvSpPr/>
          <p:nvPr>
            <p:custDataLst>
              <p:tags r:id="rId4"/>
            </p:custDataLst>
          </p:nvPr>
        </p:nvSpPr>
        <p:spPr>
          <a:xfrm>
            <a:off x="7556600" y="5748549"/>
            <a:ext cx="2838343" cy="4083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18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控制锚点跳转速度</a:t>
            </a:r>
            <a:endParaRPr lang="zh-CN" sz="18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pic>
        <p:nvPicPr>
          <p:cNvPr id="3" name="图片 2" descr="四阶段问题解决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" y="818515"/>
            <a:ext cx="4388485" cy="3509010"/>
          </a:xfrm>
          <a:prstGeom prst="rect">
            <a:avLst/>
          </a:prstGeom>
        </p:spPr>
      </p:pic>
      <p:pic>
        <p:nvPicPr>
          <p:cNvPr id="4" name="图片 3" descr="四阶段问题解决2"/>
          <p:cNvPicPr>
            <a:picLocks noChangeAspect="1"/>
          </p:cNvPicPr>
          <p:nvPr/>
        </p:nvPicPr>
        <p:blipFill>
          <a:blip r:embed="rId6"/>
          <a:srcRect b="55189"/>
          <a:stretch>
            <a:fillRect/>
          </a:stretch>
        </p:blipFill>
        <p:spPr>
          <a:xfrm>
            <a:off x="5457825" y="880110"/>
            <a:ext cx="6588125" cy="18395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57825" y="3007360"/>
            <a:ext cx="609600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实现方法：</a:t>
            </a:r>
            <a:endParaRPr lang="zh-CN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1.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原生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JS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平滑滚动（</a:t>
            </a: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scrollIntoView）</a:t>
            </a:r>
            <a:endParaRPr lang="en-US" altLang="zh-CN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en-US" altLang="zh-CN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2.</a:t>
            </a:r>
            <a:r>
              <a:rPr lang="zh-CN" alt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自定义动画滚动（控制速度的精准方案）</a:t>
            </a:r>
            <a:r>
              <a:rPr lang="en-US" sz="16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  <a:sym typeface="+mn-ea"/>
              </a:rPr>
              <a:t> </a:t>
            </a:r>
            <a:endParaRPr lang="en-US" altLang="en-US" sz="16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5" grpId="0" bldLvl="0" animBg="1"/>
      <p:bldP spid="10" grpId="0" bldLvl="0" animBg="1"/>
      <p:bldP spid="28" grpId="0" bldLvl="0" animBg="1"/>
      <p:bldP spid="6" grpId="0"/>
      <p:bldP spid="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12"/>
          <p:cNvGrpSpPr/>
          <p:nvPr/>
        </p:nvGrpSpPr>
        <p:grpSpPr>
          <a:xfrm>
            <a:off x="1723930" y="3977198"/>
            <a:ext cx="1702168" cy="1774801"/>
            <a:chOff x="0" y="0"/>
            <a:chExt cx="1702166" cy="1774800"/>
          </a:xfrm>
        </p:grpSpPr>
        <p:grpSp>
          <p:nvGrpSpPr>
            <p:cNvPr id="9" name="Group 107"/>
            <p:cNvGrpSpPr/>
            <p:nvPr/>
          </p:nvGrpSpPr>
          <p:grpSpPr>
            <a:xfrm>
              <a:off x="-1" y="177800"/>
              <a:ext cx="1609262" cy="1597001"/>
              <a:chOff x="0" y="0"/>
              <a:chExt cx="1609260" cy="1597000"/>
            </a:xfrm>
          </p:grpSpPr>
          <p:sp>
            <p:nvSpPr>
              <p:cNvPr id="14" name="chenying0907 103"/>
              <p:cNvSpPr/>
              <p:nvPr/>
            </p:nvSpPr>
            <p:spPr>
              <a:xfrm>
                <a:off x="50799" y="990600"/>
                <a:ext cx="1299233" cy="603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27" h="21476" extrusionOk="0">
                    <a:moveTo>
                      <a:pt x="7569" y="13496"/>
                    </a:moveTo>
                    <a:cubicBezTo>
                      <a:pt x="4864" y="12682"/>
                      <a:pt x="2386" y="9871"/>
                      <a:pt x="22" y="6002"/>
                    </a:cubicBezTo>
                    <a:cubicBezTo>
                      <a:pt x="-400" y="15107"/>
                      <a:pt x="5480" y="21314"/>
                      <a:pt x="8699" y="21470"/>
                    </a:cubicBezTo>
                    <a:cubicBezTo>
                      <a:pt x="11380" y="21600"/>
                      <a:pt x="13928" y="19809"/>
                      <a:pt x="15992" y="15873"/>
                    </a:cubicBezTo>
                    <a:cubicBezTo>
                      <a:pt x="16961" y="14024"/>
                      <a:pt x="17808" y="11443"/>
                      <a:pt x="18623" y="9251"/>
                    </a:cubicBezTo>
                    <a:cubicBezTo>
                      <a:pt x="19942" y="5703"/>
                      <a:pt x="21200" y="4428"/>
                      <a:pt x="19842" y="0"/>
                    </a:cubicBezTo>
                    <a:cubicBezTo>
                      <a:pt x="18471" y="7328"/>
                      <a:pt x="15117" y="11527"/>
                      <a:pt x="11795" y="13109"/>
                    </a:cubicBezTo>
                    <a:cubicBezTo>
                      <a:pt x="10320" y="13811"/>
                      <a:pt x="8917" y="13902"/>
                      <a:pt x="7569" y="13496"/>
                    </a:cubicBezTo>
                    <a:close/>
                  </a:path>
                </a:pathLst>
              </a:custGeom>
              <a:solidFill>
                <a:srgbClr val="E7E4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5" name="chenying0907 104"/>
              <p:cNvSpPr/>
              <p:nvPr/>
            </p:nvSpPr>
            <p:spPr>
              <a:xfrm>
                <a:off x="419100" y="0"/>
                <a:ext cx="483810" cy="443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85"/>
                    </a:moveTo>
                    <a:cubicBezTo>
                      <a:pt x="3346" y="6699"/>
                      <a:pt x="7648" y="2000"/>
                      <a:pt x="11708" y="0"/>
                    </a:cubicBezTo>
                    <a:cubicBezTo>
                      <a:pt x="14535" y="3909"/>
                      <a:pt x="18393" y="7006"/>
                      <a:pt x="21600" y="10577"/>
                    </a:cubicBezTo>
                    <a:cubicBezTo>
                      <a:pt x="18728" y="14103"/>
                      <a:pt x="14595" y="17988"/>
                      <a:pt x="11792" y="21600"/>
                    </a:cubicBezTo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6" name="chenying0907 105"/>
              <p:cNvSpPr/>
              <p:nvPr/>
            </p:nvSpPr>
            <p:spPr>
              <a:xfrm>
                <a:off x="1155700" y="584200"/>
                <a:ext cx="453561" cy="490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34"/>
                    </a:moveTo>
                    <a:cubicBezTo>
                      <a:pt x="4584" y="7661"/>
                      <a:pt x="7195" y="3612"/>
                      <a:pt x="11207" y="0"/>
                    </a:cubicBezTo>
                    <a:cubicBezTo>
                      <a:pt x="15017" y="3259"/>
                      <a:pt x="18398" y="6487"/>
                      <a:pt x="21600" y="9442"/>
                    </a:cubicBezTo>
                    <a:cubicBezTo>
                      <a:pt x="20006" y="13127"/>
                      <a:pt x="14156" y="18486"/>
                      <a:pt x="11577" y="21600"/>
                    </a:cubicBezTo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7" name="chenying0907 106"/>
              <p:cNvSpPr/>
              <p:nvPr/>
            </p:nvSpPr>
            <p:spPr>
              <a:xfrm>
                <a:off x="-1" y="228599"/>
                <a:ext cx="1391129" cy="13684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65" h="21545" extrusionOk="0">
                    <a:moveTo>
                      <a:pt x="8082" y="16877"/>
                    </a:moveTo>
                    <a:cubicBezTo>
                      <a:pt x="7081" y="16748"/>
                      <a:pt x="6546" y="16358"/>
                      <a:pt x="6150" y="15932"/>
                    </a:cubicBezTo>
                    <a:cubicBezTo>
                      <a:pt x="2633" y="11957"/>
                      <a:pt x="6891" y="5704"/>
                      <a:pt x="10213" y="3464"/>
                    </a:cubicBezTo>
                    <a:cubicBezTo>
                      <a:pt x="9142" y="2018"/>
                      <a:pt x="7490" y="1403"/>
                      <a:pt x="6270" y="0"/>
                    </a:cubicBezTo>
                    <a:cubicBezTo>
                      <a:pt x="3078" y="3249"/>
                      <a:pt x="-835" y="8775"/>
                      <a:pt x="157" y="13719"/>
                    </a:cubicBezTo>
                    <a:cubicBezTo>
                      <a:pt x="1042" y="18124"/>
                      <a:pt x="4627" y="21443"/>
                      <a:pt x="9015" y="21542"/>
                    </a:cubicBezTo>
                    <a:cubicBezTo>
                      <a:pt x="11560" y="21600"/>
                      <a:pt x="13979" y="20807"/>
                      <a:pt x="15938" y="19065"/>
                    </a:cubicBezTo>
                    <a:cubicBezTo>
                      <a:pt x="16571" y="18503"/>
                      <a:pt x="20614" y="13301"/>
                      <a:pt x="20765" y="13431"/>
                    </a:cubicBezTo>
                    <a:cubicBezTo>
                      <a:pt x="19495" y="12340"/>
                      <a:pt x="18385" y="11140"/>
                      <a:pt x="17136" y="10045"/>
                    </a:cubicBezTo>
                    <a:cubicBezTo>
                      <a:pt x="14328" y="12345"/>
                      <a:pt x="12283" y="17420"/>
                      <a:pt x="8082" y="16877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grpSp>
          <p:nvGrpSpPr>
            <p:cNvPr id="10" name="Group 111"/>
            <p:cNvGrpSpPr/>
            <p:nvPr/>
          </p:nvGrpSpPr>
          <p:grpSpPr>
            <a:xfrm>
              <a:off x="1028700" y="0"/>
              <a:ext cx="673467" cy="645607"/>
              <a:chOff x="0" y="0"/>
              <a:chExt cx="673466" cy="645606"/>
            </a:xfrm>
          </p:grpSpPr>
          <p:sp>
            <p:nvSpPr>
              <p:cNvPr id="11" name="chenying0907 108"/>
              <p:cNvSpPr/>
              <p:nvPr/>
            </p:nvSpPr>
            <p:spPr>
              <a:xfrm>
                <a:off x="139700" y="380999"/>
                <a:ext cx="192429" cy="1919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19" h="20300" extrusionOk="0">
                    <a:moveTo>
                      <a:pt x="0" y="159"/>
                    </a:moveTo>
                    <a:cubicBezTo>
                      <a:pt x="9860" y="-1300"/>
                      <a:pt x="21600" y="7428"/>
                      <a:pt x="19719" y="203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2" name="chenying0907 109"/>
              <p:cNvSpPr/>
              <p:nvPr/>
            </p:nvSpPr>
            <p:spPr>
              <a:xfrm>
                <a:off x="50800" y="215900"/>
                <a:ext cx="476225" cy="427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600" extrusionOk="0">
                    <a:moveTo>
                      <a:pt x="0" y="398"/>
                    </a:moveTo>
                    <a:cubicBezTo>
                      <a:pt x="12948" y="-2000"/>
                      <a:pt x="20825" y="6687"/>
                      <a:pt x="21600" y="19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13" name="chenying0907 110"/>
              <p:cNvSpPr/>
              <p:nvPr/>
            </p:nvSpPr>
            <p:spPr>
              <a:xfrm>
                <a:off x="0" y="0"/>
                <a:ext cx="673467" cy="645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33" h="20799" extrusionOk="0">
                    <a:moveTo>
                      <a:pt x="0" y="71"/>
                    </a:moveTo>
                    <a:cubicBezTo>
                      <a:pt x="11732" y="-801"/>
                      <a:pt x="21600" y="6444"/>
                      <a:pt x="20200" y="20799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grpSp>
        <p:nvGrpSpPr>
          <p:cNvPr id="18" name="Group 112"/>
          <p:cNvGrpSpPr/>
          <p:nvPr/>
        </p:nvGrpSpPr>
        <p:grpSpPr>
          <a:xfrm rot="10800000">
            <a:off x="8000662" y="763167"/>
            <a:ext cx="1702168" cy="1774801"/>
            <a:chOff x="0" y="0"/>
            <a:chExt cx="1702166" cy="1774800"/>
          </a:xfrm>
        </p:grpSpPr>
        <p:grpSp>
          <p:nvGrpSpPr>
            <p:cNvPr id="19" name="Group 107"/>
            <p:cNvGrpSpPr/>
            <p:nvPr/>
          </p:nvGrpSpPr>
          <p:grpSpPr>
            <a:xfrm>
              <a:off x="-1" y="177800"/>
              <a:ext cx="1609262" cy="1597001"/>
              <a:chOff x="0" y="0"/>
              <a:chExt cx="1609260" cy="1597000"/>
            </a:xfrm>
          </p:grpSpPr>
          <p:sp>
            <p:nvSpPr>
              <p:cNvPr id="24" name="chenying0907 103"/>
              <p:cNvSpPr/>
              <p:nvPr/>
            </p:nvSpPr>
            <p:spPr>
              <a:xfrm>
                <a:off x="50799" y="990600"/>
                <a:ext cx="1299233" cy="6037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27" h="21476" extrusionOk="0">
                    <a:moveTo>
                      <a:pt x="7569" y="13496"/>
                    </a:moveTo>
                    <a:cubicBezTo>
                      <a:pt x="4864" y="12682"/>
                      <a:pt x="2386" y="9871"/>
                      <a:pt x="22" y="6002"/>
                    </a:cubicBezTo>
                    <a:cubicBezTo>
                      <a:pt x="-400" y="15107"/>
                      <a:pt x="5480" y="21314"/>
                      <a:pt x="8699" y="21470"/>
                    </a:cubicBezTo>
                    <a:cubicBezTo>
                      <a:pt x="11380" y="21600"/>
                      <a:pt x="13928" y="19809"/>
                      <a:pt x="15992" y="15873"/>
                    </a:cubicBezTo>
                    <a:cubicBezTo>
                      <a:pt x="16961" y="14024"/>
                      <a:pt x="17808" y="11443"/>
                      <a:pt x="18623" y="9251"/>
                    </a:cubicBezTo>
                    <a:cubicBezTo>
                      <a:pt x="19942" y="5703"/>
                      <a:pt x="21200" y="4428"/>
                      <a:pt x="19842" y="0"/>
                    </a:cubicBezTo>
                    <a:cubicBezTo>
                      <a:pt x="18471" y="7328"/>
                      <a:pt x="15117" y="11527"/>
                      <a:pt x="11795" y="13109"/>
                    </a:cubicBezTo>
                    <a:cubicBezTo>
                      <a:pt x="10320" y="13811"/>
                      <a:pt x="8917" y="13902"/>
                      <a:pt x="7569" y="13496"/>
                    </a:cubicBezTo>
                    <a:close/>
                  </a:path>
                </a:pathLst>
              </a:custGeom>
              <a:solidFill>
                <a:srgbClr val="E7E4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5" name="chenying0907 104"/>
              <p:cNvSpPr/>
              <p:nvPr/>
            </p:nvSpPr>
            <p:spPr>
              <a:xfrm>
                <a:off x="419100" y="0"/>
                <a:ext cx="483810" cy="443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85"/>
                    </a:moveTo>
                    <a:cubicBezTo>
                      <a:pt x="3346" y="6699"/>
                      <a:pt x="7648" y="2000"/>
                      <a:pt x="11708" y="0"/>
                    </a:cubicBezTo>
                    <a:cubicBezTo>
                      <a:pt x="14535" y="3909"/>
                      <a:pt x="18393" y="7006"/>
                      <a:pt x="21600" y="10577"/>
                    </a:cubicBezTo>
                    <a:cubicBezTo>
                      <a:pt x="18728" y="14103"/>
                      <a:pt x="14595" y="17988"/>
                      <a:pt x="11792" y="21600"/>
                    </a:cubicBezTo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6" name="chenying0907 105"/>
              <p:cNvSpPr/>
              <p:nvPr/>
            </p:nvSpPr>
            <p:spPr>
              <a:xfrm>
                <a:off x="1155700" y="584200"/>
                <a:ext cx="453561" cy="490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34"/>
                    </a:moveTo>
                    <a:cubicBezTo>
                      <a:pt x="4584" y="7661"/>
                      <a:pt x="7195" y="3612"/>
                      <a:pt x="11207" y="0"/>
                    </a:cubicBezTo>
                    <a:cubicBezTo>
                      <a:pt x="15017" y="3259"/>
                      <a:pt x="18398" y="6487"/>
                      <a:pt x="21600" y="9442"/>
                    </a:cubicBezTo>
                    <a:cubicBezTo>
                      <a:pt x="20006" y="13127"/>
                      <a:pt x="14156" y="18486"/>
                      <a:pt x="11577" y="21600"/>
                    </a:cubicBezTo>
                  </a:path>
                </a:pathLst>
              </a:custGeom>
              <a:solidFill>
                <a:srgbClr val="FDD67A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7" name="chenying0907 106"/>
              <p:cNvSpPr/>
              <p:nvPr/>
            </p:nvSpPr>
            <p:spPr>
              <a:xfrm>
                <a:off x="-1" y="228599"/>
                <a:ext cx="1391129" cy="13684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65" h="21545" extrusionOk="0">
                    <a:moveTo>
                      <a:pt x="8082" y="16877"/>
                    </a:moveTo>
                    <a:cubicBezTo>
                      <a:pt x="7081" y="16748"/>
                      <a:pt x="6546" y="16358"/>
                      <a:pt x="6150" y="15932"/>
                    </a:cubicBezTo>
                    <a:cubicBezTo>
                      <a:pt x="2633" y="11957"/>
                      <a:pt x="6891" y="5704"/>
                      <a:pt x="10213" y="3464"/>
                    </a:cubicBezTo>
                    <a:cubicBezTo>
                      <a:pt x="9142" y="2018"/>
                      <a:pt x="7490" y="1403"/>
                      <a:pt x="6270" y="0"/>
                    </a:cubicBezTo>
                    <a:cubicBezTo>
                      <a:pt x="3078" y="3249"/>
                      <a:pt x="-835" y="8775"/>
                      <a:pt x="157" y="13719"/>
                    </a:cubicBezTo>
                    <a:cubicBezTo>
                      <a:pt x="1042" y="18124"/>
                      <a:pt x="4627" y="21443"/>
                      <a:pt x="9015" y="21542"/>
                    </a:cubicBezTo>
                    <a:cubicBezTo>
                      <a:pt x="11560" y="21600"/>
                      <a:pt x="13979" y="20807"/>
                      <a:pt x="15938" y="19065"/>
                    </a:cubicBezTo>
                    <a:cubicBezTo>
                      <a:pt x="16571" y="18503"/>
                      <a:pt x="20614" y="13301"/>
                      <a:pt x="20765" y="13431"/>
                    </a:cubicBezTo>
                    <a:cubicBezTo>
                      <a:pt x="19495" y="12340"/>
                      <a:pt x="18385" y="11140"/>
                      <a:pt x="17136" y="10045"/>
                    </a:cubicBezTo>
                    <a:cubicBezTo>
                      <a:pt x="14328" y="12345"/>
                      <a:pt x="12283" y="17420"/>
                      <a:pt x="8082" y="16877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  <p:grpSp>
          <p:nvGrpSpPr>
            <p:cNvPr id="20" name="Group 111"/>
            <p:cNvGrpSpPr/>
            <p:nvPr/>
          </p:nvGrpSpPr>
          <p:grpSpPr>
            <a:xfrm>
              <a:off x="1028700" y="0"/>
              <a:ext cx="673467" cy="645607"/>
              <a:chOff x="0" y="0"/>
              <a:chExt cx="673466" cy="645606"/>
            </a:xfrm>
          </p:grpSpPr>
          <p:sp>
            <p:nvSpPr>
              <p:cNvPr id="21" name="chenying0907 108"/>
              <p:cNvSpPr/>
              <p:nvPr/>
            </p:nvSpPr>
            <p:spPr>
              <a:xfrm>
                <a:off x="139700" y="380999"/>
                <a:ext cx="192429" cy="1919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19" h="20300" extrusionOk="0">
                    <a:moveTo>
                      <a:pt x="0" y="159"/>
                    </a:moveTo>
                    <a:cubicBezTo>
                      <a:pt x="9860" y="-1300"/>
                      <a:pt x="21600" y="7428"/>
                      <a:pt x="19719" y="203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2" name="chenying0907 109"/>
              <p:cNvSpPr/>
              <p:nvPr/>
            </p:nvSpPr>
            <p:spPr>
              <a:xfrm>
                <a:off x="50800" y="215900"/>
                <a:ext cx="476225" cy="427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600" extrusionOk="0">
                    <a:moveTo>
                      <a:pt x="0" y="398"/>
                    </a:moveTo>
                    <a:cubicBezTo>
                      <a:pt x="12948" y="-2000"/>
                      <a:pt x="20825" y="6687"/>
                      <a:pt x="21600" y="19600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  <p:sp>
            <p:nvSpPr>
              <p:cNvPr id="23" name="chenying0907 110"/>
              <p:cNvSpPr/>
              <p:nvPr/>
            </p:nvSpPr>
            <p:spPr>
              <a:xfrm>
                <a:off x="0" y="0"/>
                <a:ext cx="673467" cy="6456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33" h="20799" extrusionOk="0">
                    <a:moveTo>
                      <a:pt x="0" y="71"/>
                    </a:moveTo>
                    <a:cubicBezTo>
                      <a:pt x="11732" y="-801"/>
                      <a:pt x="21600" y="6444"/>
                      <a:pt x="20200" y="20799"/>
                    </a:cubicBezTo>
                  </a:path>
                </a:pathLst>
              </a:custGeom>
              <a:no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</a:p>
            </p:txBody>
          </p:sp>
        </p:grpSp>
      </p:grpSp>
      <p:sp>
        <p:nvSpPr>
          <p:cNvPr id="28" name="chenying0907 148"/>
          <p:cNvSpPr/>
          <p:nvPr/>
        </p:nvSpPr>
        <p:spPr>
          <a:xfrm>
            <a:off x="4470400" y="2963545"/>
            <a:ext cx="2806700" cy="6667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spAutoFit/>
          </a:bodyPr>
          <a:lstStyle/>
          <a:p>
            <a:pPr defTabSz="457200">
              <a:lnSpc>
                <a:spcPct val="120000"/>
              </a:lnSpc>
              <a:tabLst>
                <a:tab pos="1066800" algn="l"/>
              </a:tabLst>
              <a:defRPr sz="3600">
                <a:solidFill>
                  <a:srgbClr val="475278"/>
                </a:solidFill>
                <a:latin typeface="Noteworthy Bold"/>
                <a:ea typeface="Noteworthy Bold"/>
                <a:cs typeface="Noteworthy Bold"/>
                <a:sym typeface="Noteworthy Bold"/>
              </a:defRPr>
            </a:pPr>
            <a:r>
              <a:rPr lang="zh-CN" sz="3200"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复刻网站展示</a:t>
            </a:r>
            <a:endParaRPr lang="zh-CN" sz="3200"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2390" y="1842135"/>
            <a:ext cx="5041265" cy="2840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kumimoji="1" lang="zh-CN" altLang="en-US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indent="457200" algn="l" fontAlgn="auto"/>
            <a:r>
              <a:rPr kumimoji="1" lang="zh-CN" altLang="en-US" sz="2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以上是我的中期汇报，感谢各位学长学姐的耐心指导。通过这段时间的考核，我学习到了很多东西，不光是前端知识，还有解决问题的能力和去钻研的求知欲。</a:t>
            </a:r>
            <a:endParaRPr kumimoji="1" lang="zh-CN" altLang="en-US" sz="20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indent="457200" algn="l" fontAlgn="auto"/>
            <a:r>
              <a:rPr kumimoji="1" lang="zh-CN" altLang="en-US" sz="2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无论最终是否入选，我都会保持初心，继续扎实学习、提升能力。如果能够留在实验室，我会更加勤勉，认真完成各项工作，稳步成长。</a:t>
            </a:r>
            <a:endParaRPr kumimoji="1" lang="zh-CN" altLang="en-US" sz="20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  <a:p>
            <a:pPr indent="457200" algn="l" fontAlgn="auto"/>
            <a:r>
              <a:rPr kumimoji="1" lang="zh-CN" altLang="en-US" sz="2000">
                <a:solidFill>
                  <a:schemeClr val="tx2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rPr>
              <a:t>感谢聆听，谢谢大家！</a:t>
            </a:r>
            <a:endParaRPr kumimoji="1" lang="zh-CN" altLang="en-US" sz="2000">
              <a:solidFill>
                <a:schemeClr val="tx2"/>
              </a:solidFill>
              <a:latin typeface="萝莉体 第二版" panose="02000500000000000000" pitchFamily="2" charset="-122"/>
              <a:ea typeface="萝莉体 第二版" panose="02000500000000000000" pitchFamily="2" charset="-122"/>
              <a:cs typeface="萝莉体 第二版" panose="02000500000000000000" pitchFamily="2" charset="-122"/>
            </a:endParaRPr>
          </a:p>
        </p:txBody>
      </p:sp>
      <p:grpSp>
        <p:nvGrpSpPr>
          <p:cNvPr id="5" name="Group 24"/>
          <p:cNvGrpSpPr/>
          <p:nvPr/>
        </p:nvGrpSpPr>
        <p:grpSpPr>
          <a:xfrm rot="2186241">
            <a:off x="8558218" y="1790963"/>
            <a:ext cx="595560" cy="3022528"/>
            <a:chOff x="0" y="0"/>
            <a:chExt cx="221332" cy="1123292"/>
          </a:xfrm>
        </p:grpSpPr>
        <p:sp>
          <p:nvSpPr>
            <p:cNvPr id="6" name="Shape 20"/>
            <p:cNvSpPr/>
            <p:nvPr/>
          </p:nvSpPr>
          <p:spPr>
            <a:xfrm>
              <a:off x="12699" y="165100"/>
              <a:ext cx="208634" cy="742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22" h="21600" extrusionOk="0">
                  <a:moveTo>
                    <a:pt x="19779" y="21600"/>
                  </a:moveTo>
                  <a:cubicBezTo>
                    <a:pt x="21308" y="19799"/>
                    <a:pt x="20061" y="18140"/>
                    <a:pt x="19699" y="16279"/>
                  </a:cubicBezTo>
                  <a:cubicBezTo>
                    <a:pt x="18646" y="10853"/>
                    <a:pt x="19061" y="5372"/>
                    <a:pt x="15824" y="0"/>
                  </a:cubicBezTo>
                  <a:lnTo>
                    <a:pt x="1" y="0"/>
                  </a:lnTo>
                  <a:lnTo>
                    <a:pt x="775" y="1843"/>
                  </a:lnTo>
                  <a:cubicBezTo>
                    <a:pt x="763" y="4727"/>
                    <a:pt x="1217" y="13025"/>
                    <a:pt x="1506" y="15903"/>
                  </a:cubicBezTo>
                  <a:cubicBezTo>
                    <a:pt x="1688" y="17715"/>
                    <a:pt x="-292" y="19629"/>
                    <a:pt x="37" y="21376"/>
                  </a:cubicBezTo>
                </a:path>
              </a:pathLst>
            </a:custGeom>
            <a:solidFill>
              <a:srgbClr val="FDD67A"/>
            </a:solidFill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7" name="Shape 21"/>
            <p:cNvSpPr/>
            <p:nvPr/>
          </p:nvSpPr>
          <p:spPr>
            <a:xfrm>
              <a:off x="12700" y="889000"/>
              <a:ext cx="199716" cy="1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274" extrusionOk="0">
                  <a:moveTo>
                    <a:pt x="21600" y="0"/>
                  </a:moveTo>
                  <a:cubicBezTo>
                    <a:pt x="18923" y="21600"/>
                    <a:pt x="5182" y="19974"/>
                    <a:pt x="0" y="11161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8" name="Shape 22"/>
            <p:cNvSpPr/>
            <p:nvPr/>
          </p:nvSpPr>
          <p:spPr>
            <a:xfrm>
              <a:off x="0" y="-1"/>
              <a:ext cx="169627" cy="15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9" extrusionOk="0">
                  <a:moveTo>
                    <a:pt x="21600" y="21399"/>
                  </a:moveTo>
                  <a:cubicBezTo>
                    <a:pt x="21600" y="14641"/>
                    <a:pt x="20714" y="6540"/>
                    <a:pt x="20597" y="325"/>
                  </a:cubicBezTo>
                  <a:cubicBezTo>
                    <a:pt x="13874" y="-42"/>
                    <a:pt x="6603" y="-201"/>
                    <a:pt x="0" y="411"/>
                  </a:cubicBezTo>
                  <a:cubicBezTo>
                    <a:pt x="771" y="6724"/>
                    <a:pt x="1612" y="13779"/>
                    <a:pt x="1316" y="20126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9" name="Shape 23"/>
            <p:cNvSpPr/>
            <p:nvPr/>
          </p:nvSpPr>
          <p:spPr>
            <a:xfrm>
              <a:off x="12700" y="889000"/>
              <a:ext cx="200707" cy="234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72" y="7302"/>
                    <a:pt x="6555" y="15634"/>
                    <a:pt x="11604" y="21600"/>
                  </a:cubicBezTo>
                  <a:cubicBezTo>
                    <a:pt x="14587" y="14593"/>
                    <a:pt x="19470" y="7960"/>
                    <a:pt x="21600" y="709"/>
                  </a:cubicBezTo>
                </a:path>
              </a:pathLst>
            </a:custGeom>
            <a:noFill/>
            <a:ln w="38100" cap="flat">
              <a:solidFill>
                <a:srgbClr val="46537A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003 -0.14699 C -0.30612 -0.1456 -0.3 -0.14352 -0.2961 -0.14259 C -0.26927 -0.13704 -0.29545 -0.14468 -0.25925 -0.13588 C -0.25157 -0.1338 -0.24401 -0.13102 -0.23633 -0.12894 C -0.22878 -0.12709 -0.2211 -0.12616 -0.21354 -0.12454 C -0.20495 -0.12246 -0.19662 -0.11968 -0.18802 -0.11759 C -0.17331 -0.11435 -0.15847 -0.10926 -0.14362 -0.10857 L -0.08516 -0.10648 L -0.00886 -0.10857 C -0.00378 -0.10857 -0.01901 -0.10787 -0.02409 -0.10648 C -0.02709 -0.10556 -0.03008 -0.10371 -0.03295 -0.10185 C -0.03815 -0.09838 -0.04297 -0.09375 -0.04818 -0.09051 C -0.05404 -0.08704 -0.06016 -0.08496 -0.06602 -0.08148 C -0.07865 -0.07408 -0.10768 -0.05116 -0.11563 -0.04537 C -0.12018 -0.04213 -0.125 -0.03935 -0.12956 -0.03634 C -0.13295 -0.03403 -0.1362 -0.03079 -0.13972 -0.0294 C -0.1487 -0.02593 -0.15261 -0.02454 -0.16133 -0.02037 C -0.17839 -0.01227 -0.1625 -0.01968 -0.17787 -0.01134 C -0.17956 -0.01042 -0.18125 -0.00996 -0.18295 -0.00926 C -0.19076 -0.00232 -0.19688 0.00069 -0.17149 0.00208 C -0.14909 0.00347 -0.1267 0.00023 -0.10417 2.22222E-6 L 2.70833E-6 2.22222E-6 " pathEditMode="relative" rAng="0" ptsTypes="AAAAAAAAAAAAAAAAAAAA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95" y="745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p="http://schemas.openxmlformats.org/presentationml/2006/main">
  <p:tag name="PA" val="v3.0.0"/>
</p:tagLst>
</file>

<file path=ppt/tags/tag2.xml><?xml version="1.0" encoding="utf-8"?>
<p:tagLst xmlns:p="http://schemas.openxmlformats.org/presentationml/2006/main">
  <p:tag name="PA" val="v3.0.0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PA" val="v3.0.0"/>
</p:tagLst>
</file>

<file path=ppt/tags/tag7.xml><?xml version="1.0" encoding="utf-8"?>
<p:tagLst xmlns:p="http://schemas.openxmlformats.org/presentationml/2006/main">
  <p:tag name="PA" val="v3.0.0"/>
</p:tagLst>
</file>

<file path=ppt/tags/tag8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9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0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1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2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3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4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5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6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7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8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19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20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21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22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23.xml><?xml version="1.0" encoding="utf-8"?>
<p:tagLst xmlns:p="http://schemas.openxmlformats.org/presentationml/2006/main">
  <p:tag name="KSO_WM_DIAGRAM_VIRTUALLY_FRAME" val="{&quot;height&quot;:330.9677165354331,&quot;left&quot;:514.068031496063,&quot;top&quot;:127.43015748031496,&quot;width&quot;:312.77212598425194}"/>
</p:tagLst>
</file>

<file path=ppt/tags/tag24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25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26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27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28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29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0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1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2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3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4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5.xml><?xml version="1.0" encoding="utf-8"?>
<p:tagLst xmlns:p="http://schemas.openxmlformats.org/presentationml/2006/main">
  <p:tag name="KSO_WM_DIAGRAM_VIRTUALLY_FRAME" val="{&quot;height&quot;:355.6853543307086,&quot;left&quot;:95.24055118110236,&quot;top&quot;:71.58677165354334,&quot;width&quot;:439.53811023622046}"/>
</p:tagLst>
</file>

<file path=ppt/tags/tag36.xml><?xml version="1.0" encoding="utf-8"?>
<p:tagLst xmlns:p="http://schemas.openxmlformats.org/presentationml/2006/main">
  <p:tag name="KSO_WM_DIAGRAM_VIRTUALLY_FRAME" val="{&quot;height&quot;:1817.566433660801,&quot;left&quot;:25.920866141732223,&quot;top&quot;:-456.95,&quot;width&quot;:461.2500000000001}"/>
</p:tagLst>
</file>

<file path=ppt/tags/tag37.xml><?xml version="1.0" encoding="utf-8"?>
<p:tagLst xmlns:p="http://schemas.openxmlformats.org/presentationml/2006/main">
  <p:tag name="KSO_WM_DIAGRAM_VIRTUALLY_FRAME" val="{&quot;height&quot;:581.1176489778478,&quot;left&quot;:-59.42069009319869,&quot;top&quot;:-54.2685472188135,&quot;width&quot;:1072.278540157822}"/>
</p:tagLst>
</file>

<file path=ppt/tags/tag38.xml><?xml version="1.0" encoding="utf-8"?>
<p:tagLst xmlns:p="http://schemas.openxmlformats.org/presentationml/2006/main">
  <p:tag name="KSO_WM_DIAGRAM_VIRTUALLY_FRAME" val="{&quot;height&quot;:581.1176489778478,&quot;left&quot;:-59.42069009319869,&quot;top&quot;:-54.2685472188135,&quot;width&quot;:1072.278540157822}"/>
</p:tagLst>
</file>

<file path=ppt/tags/tag39.xml><?xml version="1.0" encoding="utf-8"?>
<p:tagLst xmlns:p="http://schemas.openxmlformats.org/presentationml/2006/main">
  <p:tag name="KSO_WM_DIAGRAM_VIRTUALLY_FRAME" val="{&quot;height&quot;:581.1176489778478,&quot;left&quot;:-59.42069009319869,&quot;top&quot;:-54.2685472188135,&quot;width&quot;:1072.278540157822}"/>
</p:tagLst>
</file>

<file path=ppt/tags/tag40.xml><?xml version="1.0" encoding="utf-8"?>
<p:tagLst xmlns:p="http://schemas.openxmlformats.org/presentationml/2006/main">
  <p:tag name="KSO_WM_DIAGRAM_VIRTUALLY_FRAME" val="{&quot;height&quot;:581.1176489778478,&quot;left&quot;:-59.42069009319869,&quot;top&quot;:-54.2685472188135,&quot;width&quot;:1072.278540157822}"/>
</p:tagLst>
</file>

<file path=ppt/tags/tag41.xml><?xml version="1.0" encoding="utf-8"?>
<p:tagLst xmlns:p="http://schemas.openxmlformats.org/presentationml/2006/main">
  <p:tag name="ISPRING_ULTRA_SCORM_COURSE_ID" val="79662C1C-F846-4778-A890-1AF178AAD3CE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INzh0lEcWpARkUAAIaqAAAXAAAAdW5pdmVyc2FsL3VuaXZlcnNhbC5wbmftvQk4FGr7P45KsoQjhWzlpEWF7MsgKuckS0hKSFP2sUS2MTMptFimTovdNHVE2RKGLDMay7QwMyVZBiNThjKGhhnMDL9R5/2+hzTvef/X/3td/0XXlZZ55n6e534+931/7me95mBnLSGqICogICDx+28HHAUE1lgJCKyKEhHm/c/Iixks7w/BMEdrS4ESvOII7x+rffbb7hcQKIOLcbzW8P69LuS3E2ECAusbF34L4oILzgoIPN78+4H9zlEetD46IfD4ibWcOVuO4JygOuTBNf0Wg6E6naHxw5tvTK8KuHjA6LT/7ceCvzhyDj5JtxDpyLy3EXi5R2oDaMshkat5BXsSXEKUS9nRLoi+vozuMBq4LTvg/Vzvy5wwPCCA3s3OJLReGKOfBA/F9X38stZ8+vlYZacHqX72c6EBmcwdi4QUCq4S12oQ+OHHqZS4u6BDePlo6uSXOCa8+uj0Ts65i4LCcqeX/oi7KX5grBsdhCXSYfPsSw4jZstLFPdT/UqYjhmAzbNgV0yf33wbQD2jn7isRJL8VcVJwTQcueSq1GOVZcVNSRxYP9vAQrMAGlZ7YN7Ltwy5UOjiuxqoP037q5z2Mo3SCgGvwhIvXZsvLEXXsAsxs4XIW1H2/Y32HvB5mmfXtKPVD3K7fCzkdonL1mzUURWfOlPspbNUbEO0ePg6KxXI5Ju+SXY7Yq7iTkqVSNde6UTulOf8VNActy0YGtZ1Whc/9Y4BHsrwCfJnfNKEzaDfUX6Bw0w9zZllcBoAMz2DJN31uArE1H/ZiNsHS/Gb9wBn00zxoXU2eufZ0ZkZNY81ltS7U7gmHhkc/dotwnyeYT4fc3rifRX6QiQVn5NFd1qPTTc4U39AjpmFmcmqFSlWm0wyN599Ax8b9CGYsQMzcKONKnMhVaf34Gm3b4wVenI/2yodkrSiGG0mMy4azimZe7J7U0BgTHOjrjj3g8rchyzgF9nEXEpUfa4feqla3+kR94jnrFWVfszpgnO7bInCFusb8rDEaEO5/b6rbxxTLnVa1eqUynoHOWi7Vc7sHIKqEHYNZ27ZEAXFH3dpwbgNVA9x8Ep7UarhbWU00lAvjvTFkLadpfDY43PzkgF80dCNJVY3iridWXOcA7B8ozKLVKk5cWEjWbq64vJ10iCZhvKzYCAlIcNTiCrZAlBt9I03LknNNOnMOnYfHd2tP2YAfX8pl1m+caAEgAoDlPFGiia2Vk0kGYGLrpR9gGGYYMIY5SJVFJ8JFhMgUUNB6evPJcveLTY7yhqJAE35Bcp8CHC7Y+yeYdz3MAGFY8rg9gHezwB1AORpNmJuBIGGHgmdn59BzM88ZCRBmiBV3JaINJEkzYlpXJhqrhtD9h4tWocbbVraE6aTa0MzUiIg5DYRGCjMSNg+5VI5sjJdjsSUgaGoM2iuYkyQkqgVUG8WDcFB7SASGWNq+JF3VccMO79c5Pr3Lh2ISYOFgfBQV/H6fbWYdHyFqgYW7xelL3GYgtqYXPE6XE31GkhtwPeDTe9GduCWIUe5npYW6MmB7lTkmgdx/m1lOTKUbdgnIszBeu0H+jQTISzTsGJA51JRNcBfBXk6PjF0bMJHTI4nLL0FND9pPz8ZU6BAsj9+sgUEMqeZDfqUuSva9773N5HQsu+2N3kPgbehtXRTTfBqQvhq+kaoXeN09Z7Pb/EmQUkUNBOHAUQ+JLyJyqY8I2JfGuKmwabHSTOHUoCkCDcOQF1piPCywCnQQOJpPtuPgIsSP0Oage7z8hVzJ4WZMDdRZdlmU3pnZ2OkWErUCmaxEN6vEc022K93zGmRDZ92E65JREqrHhCRJpcpFBYX+Qsejt9Aq00BeZ1dLcmwoamtTgl1uj1BFzlJ8bHx8t3ciU2ZQQ/OvVcmGSF2pIla5RfqUejSJ1GyOaA8HxOCiBiF6RelIOgoJkoC38Afb+dBy9G2KqmhHPLbG92oQMEvaK1wP/N2qanbWuGzGwXtAVPvvgj6cOqU2tE2Q27pYBocBh5r+vWQ6XFK7CBhYyD+csPGk6iB8wqJdmQfVHF/kNfZQifTTRT0w1JB2oX7NMZtVmFf1T5dqD7MJFXEgxLLg4FfnH9y1dZwN9vxbMI5tve1RR6rwOeem5yxxD61yfQSoQAva7ZD3ggibqtlftdD90MqMLjFmZhucKOMecD+Nh4AXG63oK7sLXUHB1KbYh9pTXatFT3I+/YuN8MeM786rvz+M++2Wr6LGIkWM6FQtfe6HMdXJQ0EQFW00e4PyXNm7ifSuwmciYxS8ZxcsKK1G81I0opKf2QE0YgLk69uopBzTaS3oqj+HHn46/BzvqaSpE8UmpGup7xxsRVY8+2IP53JCaAfNIbMWUPyBb842komIBnXbo9c2W3rufbM/BUPqx7/90x95X56tUfjya8fIuDyS9zgH3Hl8cjQfOmiijvpoKlP4c3H3Pw2At1uvIG+d0luflUicih/uzQ70Px1PFJ6uPV44qEdv8RZj24HB9ok1LfR0kQa75o5+Co7o+4g2xnXMw+KKGgYu1XLmSfhat31VQT9xI6QUGW2YMm30V1RO8TbxvKt5RRwRjA40VU+ZowlUd9EMYeMNZFJbCaKCswKSS9pSiX1kFwrQvfIgaaC2KC0xwab2LkwGkgiaHNiC5qa2nPFKmdW4a3LXlx0U6jt8RLy0LNAN9v0pcHspDB+YyKK9TmgsPDMsS7druxENWmo3eVXqMdFtAdrlKQdj5B1dJlvXCCVpB4MVePFkMrQPhiBOMqz4a88Gw6U6+nfVOH+SlHQt0ggJUTLsrHLE0wn6Ou3NE2PrN3V3DXN2unl6+ZV420OwBK7rFcj2kIUreuONfxGl1egdvWTq9z3mrvL9+wNDp5Kpv6eZdq16Yyd1fsuVMJjBtUTjG4J46C8htFUJgdgJVmfWEFJCUOgYZ85gAOEmdgq+knbN5QPE4tDaYs+cZt4SgOQzOYebCD2V+kEBSOM+8x25324TnqIUDeXUKciJs3cBd8L3Yk4EdDrWQvAdsz4l43kn8FxK4EePIDGnD+1VTyl54j5BAS69+itmet4JjRDOtZOMwEOIl1RqWRtyYlJh4pC4pNoUFYfjvOWMx0pdkKHnYEgTMZSqcq4N6kGqaCY/gn6SH4fIeD8+lVpUZx8QndUajOGtAuP2ve0+I9AQhvqjEluO40bwYIoQArPre5vZzFMmRyTqcbrTEApxVCSZhJkwlTYV2w1WgvZCsn+spPuFZOKI5vhgmqUPeGai+MVTILHDgBXISpNNvFeyuVo+AlCTAzni5k+QMWH/dVwKZ0IieYRlHk3IxeJXK2ifuD539WU50Hmc2kVQ2hX4BJmkinoVaBVcUqurnL7B05sAlLhzXvEKjw5bAkxGjglHI/EOnj5aq/COmhOU2OeV3miltAcVJCF3MndIiTj36j0gxnLsKu/hGhYyZ9ehnx1xQt67RjOuggt6V7N1nNqXoZgwhca6yz3ahlS1tCgLi5itZ+8OlxHt1PHilL21fUH8tbwjFckgdeCZYifoLC+l4Wc6Kz6PUSA/nNom/My1K8TOBCnGftBzITsvxwv5P14sFkqUfRywodl2Wwg9qLWhklbCxWIS+NMxjPgj024K/EP2pclfyJX/qia3pkfuOubf/J1uFnhB05r7zLde/19iHcs27MsLVXxNRAZYlvybkJywU2FH5U7/E++bo3oCIF6jy1DvM/xgMUb3dvLsnJbOanES+h1w96H7vocevdbyt8/vXc/jpoLDmINJmmOeUBnPuVoyjoIyl7tvBRle7UzUa/0BE/u8C7DgCfdLbCiJbL3CaOnm3lfg0wdG4GLFlwUrXskNNEjVSqd0XlbTkNcNvHhm7M35enmJku6EyDO6YRx00R+W+NssWa9i6qH2tPSPQvmoWC7MWNirr1xsQKetFwU/1b07q4bEJB0oihvmJZq6bbukw2Xqt0XSsUjFVxfCt9N8Ks7AVyiDe1vrdx9TJWkUSQumytqv9SUdvid3rk6tHahlIiV3pM/JHaLtUfpNCyp7Yzygo5cH1ugjrvK7zKVzd23ZMgc3jY4igxGLJSSSvQ/vW2z68aHE94Xl9TWZLrrntCuJ85xgaVP9jlH7TJdmu7d+zMuT6qJtlBKVbyj4bD+k91HKG0CSxzW1Whep51PPxLq9vA6VzDuHLXUwC1+X2Wz5SrpGK+UhdzjuDuBp0+kt2QJLknhpBi8Thc0OK55Wo995fDh0fhSLMX9IXzXUqqqkFfqopbzKo3uhqdaKQarWhfXpjp0VFDWIS5P9Cw44Q4S6/Rh51Iwb5PYnaAadJxXiuePhF2exp3zUggWXhJ9LVofCPH6bSP7gimqYZWQj3VaCuzDCq6i+3tLFkphHSSKzq56jdXtF9daXNvFdOu/gEOTdUkUtU/I/0fAkT+9ApwV4PzfAhzCBeeBvDSPHsBEk0xtVT0NZECWBEwSx56vVdk9pYR7l6qZqpfa3SnHr71yao/l2bu3OteBWUGPBhi3VfVTT6gaJ9r+XAunkwu8R8urI+n9HWuQe3anAFkXuPxqqJ5L9+boFET9ztmpYQU8osjOLN2OiD3f5o0ycuLTvTidc9sjSGVC+cLwY7hzNtL7fbOTSo35VVQgU2X4h5VsgcL53JhTGdaoNUgs8UgH3tzl5/gyhCUPKge5xVkhgbFn2OUEMzCpjxzDpiJgc0O3xiSVqI8itSQsE5D5LrR9FD4Y3CuTV51Gch5AbaGAxkzKaaDUMOV4USudO+bzrj/X5ABH+zq4GrQmSGZfPxOtQyoF4CH7C7R0nWYY8Laf9/Nfja7kVUY3qOVmUkw38Cor7zCnR/GprE76ej2roCHzRhmO6826CcADF+py4zJSCXzqCo4/QwfsuiEhD+6lZkLOpobtFJFNLIleja9K+bm9haCnm3LBx1Rl9jFrCHpsoylD+3U8LQYoxzFAt34O+r++NvDuRlknt7iPsBMX7S+1S9ydvSPbx4RPz0zfXKtnFjXs3AIksN1qS/Morat5Q18Jx0ajXvPpmn34mVKAxpMN+5h1paTRL12h3pd5fASkfG2OJPpzP8sFyoBH3eMCJK06F2rpvx5UheHjK0kHf0WhD6wpAYgDwjk25pgDoD6cHz8HbJdkmVyD4JXoJ3yupRf85c5tH7zcqtMPO72kF+/lpKbelV7UqpgD6s5Ke3u6LU/0tkkkKw8mh0CxRGnl5i9ma/+ty/dLdVmjlglSrNcK3wwP+1TeysfYFBsMUfNVQp3Kif21kfQBI0W21DY4LIdfiLowuNH6fMHCV1qii9cduFbgxC/KGIcmqckbibvLXP3laD4fd2qRU918M1k50XvV0a2fnflE0Xt2vYO/oaQSvYUWCvKJOt8cSXE8Ml/4/oF3j/gE1G9VB+4UB2yT2nbfjp8zW+hM90m5mg3fOsMnKC7o6Gmz1qSr6uED/1GZTzu0Jh2+FeQT2N5dc1P8XV8cMnht+6sNtJfbEb2A6YHLYIw94AWYNVbvxXaq0hnj8IMkXuVB9RWSy4DDi6g95oTseV2ptkCf0WgNPvErpF+kuR/sPHDSkkAqEQdV+sf5wnu6rRH8egS5/wvYyGfNWH89ePyXyc/7/RZChcgBSMd/HALFxw0UuDm00stXsbb0SykfJhDC1W6b9hl/a6NJG+t9FnYhzlcx7Nt3+NGmKZwuyfCyiKxK9MebhesOUFzXICldG36ur5ZrAdnXeLTlGb8IH1Iy3gTl0Z+WR3yaq2V3inKExwLwx/hZSljCdmah0C4tvggMHVTwuS+0K6SEH1ayNUzLPHlMKZQft0uW6TSU4RUK40dZB059uMZ9fFE02YkPoTqdXd2SwWN42YX8TIIqaj96nEcms/mBh9Kkhz+wxnngFD+GYHg86gyGx80o/KxfbntJqDqvEJUvlX6GlWEfE5SV4+eZGgxDU3R4zNPwOD/+ipfN7SrlocWQnwn+U0idTWJzWwzQZWBmtw95sj7hZN3kWxsDqhJsjO1fhQPlp5Is+0o+KSb8HCcB64AlHwxVYJyJvsuSZtMP6SaRY6O5sLmZP/KlcL0UDSz+inKML6tJxn60z72XQOpnorJI9w9JXx1jX0fgaGh/fqi45/LxfJ91O5Y4cuLAb3JbTq9OkMXECMNZY32kvnpwJN3vkCrn4y37/t6IwHMFWhX3/3CfrbSRe/wh781ZmUhK29CSgSjSdtCJeYZ/0LMpsSXDlDvZblCoBLzge+qwCvI0Z3dLlewfEz6cWgiumikb5x/YHpTled2sfo+Lt10wHHTGE0SqJjM7UqtS/PZ/QlKusq+F+VYRVPKq9+DDYkZBiHatqBhYKDscUezSHgYP82d1C3VEsCd7H07V2e2/ADdm92wVl00UtVqml0Gc8xDriB3iKQKl7grKSJ+iP5LprtoKHzzFpFXAo2VZxNK+fss2V9DMCzV4b+97lwwUaeuO5HvaQUk0Cl0bBal8zQQitNWDguOGTcXdjVOr6RG97ex0M8fQIoYNHdjsq0iaTD8pooh7i/KjmrkXK7Dag+DcJhDNkVOwv7BjklOI3vZ86trcPNz13zjXW4Lz6qGLD3vK7BubRz6/ElFdmLjfNz7y+aWIPDUtrWp8H15bqGHGnxDxKHoUrKDbAs2nv5SHIRJvaaPqI31IkYWUt6FNNOnflNnXBwxSITVPdVJDY9DtlKzE8jLb1Tl7eD4/s8Q7hYvTPwqfedbEbGepFw9RMuHb+biMzFWZ/rh+LFFEIp88wdjoPQa2bxWZP8PRtUgJqUi4C9Lz5SmSRy5LUfcrQGSX66gnYbNeBxlPQmpEGbcp6aWz2ebCtMu3ez63Gvb7TRsDHm7sxbPepPp5VitSe7DvXMpHmP1hk6YEUb5c8qU+K2Z430zek73YetdQIwkrCr2dhQtEnklOuZMmPVs5EIzum6zXoSJ60RsSlU1SIR8oaOuYmBOxgTowBGHETXiULZDvJ9fj8gJP0L7k7DX8KdeHj3dLS3JqweRXeg1P3nrvdmfw7fh0kIqUbrFH/MWywxXFRdmw00dP+fe7eHtjiUCcNAvmL6fAUip0IiHYLlDUaw5VpVrXfY8x5qMZU0bDnnSY5LrNGBMII+tTXpvMy/PhsVT4UVSYZEAjkfn80J6GQJWz4cOQ/fkqju/6qeXuxuYQ+zYnzVvBCAvYqOE+L99kUNqMPZlQ8Xu6cIW0d0ukIiwWFwE651v7EaoQdUikd28tfPbAcE+/sOqldxCVgQqlOKpJO5+QxWjeTiIx0Cxc9vEtl/AzYN+W9I1/HpKSEyRPvv3ape4CQtknItDBPqsTpaXszPWgs36fQz3bYThovuC51Sk0J1paqhoqy/MrdPho6rHiMvLM446Nj1HATJX5ukTtkjV/0gC2+SrqsiyZKf9glSeasX25TXM+u38e0ybhtqNHeTGmgl90TN7YY6jCC3xz/Dz1LE6dWcALxif5+fxDYqBsuGiBxTy/kLaQaTjzQkwxv+D4IEEfb73G+R6MX+yfK7sGWIjFLvxYxBvLzdQHQruIGH5ce76rSZlHWg4V8ouNvsgUBi/sDXvyCf33YIFn4Lwo+4DvvFcFsWWGxw8m+VE6orl+mTVvVN7wC41aJ30psTwiNXucT+QfVsnqesALsr58J0z2VISa8RrO1VBdgdMKnFbg9P9bOA18SvNU3lP1bfiUNKRKpXkt252imtQSVV6+RFlpWuO9YQQaep5Lj0y2Gz3MG8vbok0BVnWHznomLcj/azXr96WrWRKxIzaePfVfX2k8+GiAt+Kp0mrNoN4Wj83v60oWlhQLB4qee2+en/FaZtm2GvFP1v3o1OTLbH3KMou673glliO4i9aEg5h5LaNJuOeUH2tgtfPMTG6X+LI7DU/L8Bp3L1holpsdGkL2rltmaVHhH616ot+lQyYMoxR/XNOGKkgtu563aMkXg9BZP0ZK3vRjJQ6N/6D5Nd1pCuWaymvhqxbnJeOfNGHRLFowDMz6+lqTHMuOAa7xANMqOwNkLsx2wridbvMl888IkCCWNWzSutZaBRLO6mehI1njjZKSbCVqJ5qSTentNKxsu1CHXsfrRO7AD15IT+pDbmnsGjS7jz6WCx57dgz+bVOo12WCk2VfZB1FqbYgLoRhjG0bpfwq3jFu+mwZCBd6cv3N1lQ0f5F1lbnacpjoJNS4J/nasfvd99qmZwUfazk3Mpq8f7RGEUZsX4lQ6DruJsx08y1lsmTswKpLxG6SYOzXWwjTRxGWxNktvuBkntHnbtf70VX17hWuuFBoUdfR4OjK4uV7opasOk3/U/swziZVnvZSCvA7CxX/+WPFgqHeGNEFkzCelYPPbfm96lnR/LXtuTtmOFLYEjGvhIX6dH+sbzJJiLazHzblELURkQvNehIyCaLQVq2Gf7mEu35BJtE/Kpf4o49XxY4ej0vzhM4MAOum7OHm21q5HKq551cjR+3AIugRnrETbmX86DxnD8YxN8gahj/imJBn7DSsWHWew7q/XnhUdwe5zfPXwu2E1ODs7am4t8CXi+rLJjf0iDA2k6dbxrp9EPUzqRh7jEfMSF4Wwnyew7CGKVdVQUbZOsz2MR+oSrtSFYhEGJo3m2QAWZDRudSO0YRNHlFOueXMy7d4MGLRBr9OeHKaPWOtbsQMU6V3o79tjlRHA3t1A7P737ccmU8mUdDMvvdQfcDdmblBcn6RAEBXvd+pI2yOQ5ixedf1yqEcltv6o1ZuSFgBp/qtJAEV4PHna8nj3C4gvB5dKCJPYS6sQAV38ZQUyo4153H1aZwKjON9hBM9XAhqDwqeT5U6P3vBtxcNNIyA4fyZPQGl9SOhqaqhtr91YT/65EYPSZCqEPaszTDYRPMmcrivdGylAEMHMdP65ooJL71VZPuz5J/zLINZaSDBbTTnNB6j9nyWoRfHXHuCh2QbhMsuDOSLZZq8zkpNJGVAi5dYipEixazdpqN4SRSFZLYwA1hOX5gEnSt3zYnO0tJN1XBJw1u9ncHkU9/OKVOfML88o+aCG4Hc1Mg64DELQ/cTJhJmVC/fIgGQJ4I76hMp7d8SKabhlq7A9q2qhDQhaD6gKZ9RjUsdTMYIgvdXMQ8SKFRlYuqVRmlvkZ27zFyL/kT/40uvGMJ30gpKF1B+YBnzclqFEVF3G56ZbLfHeJVPR67OkPZt6XzkNRy+HXRn2DS+zlZOAafrXhbje274kZ7hhd5JxxmRG53Cl9u1dC+1oRDRcj2WBBFLalqztaG8J+Pi0+JfUszzSRV3kKEqV1JrU65ZhBurW6K6gqDR0CEOpf6YpvT7Z3CGcMkCqGWWAbWdxHTPY+LGKHxVgIYJiX0x93wG51kjMeIIjWsumYBk95tMvqsZ3WxQ7zz3xlql/gIv+/VC2RDzeS0+NoyWzQA1D203m7hmoIhzlFMQ/MKpt3J7IZ/WV3Wjslg1pazqhLSxxBFg85MnX+u8Pj37orHgra4t463eEUuLidkYSV8StOZp+atXRNSZSqWwIYCVffFrZGjoI559zs907PeNv7xnMllKF4ubTlX9tvOSEkYWbbVCUh3lauh1DwsPqskBcODEFqMmoxyTovJ5RmLxN3NOX67n3BJt8ZQw8Meb1kF7PwQ/9+XUQypDKliviF2wU7tgWTYf8714FZY91UEPOk7bxCNxLol4zUJ4R3776XDa2kO2rM37nzZ8rYv7ZPS9Y3HLdUyrIuEaQ3LbdRrF6noP+1oLubBIPAUYQL/QszeDvCkx9+Tl1moVzsDaWp5x17u7JKJCytak0p7OTEcXbQB5si1fbMyGTjeq2LmrYyZzkWVPw9EEEX9KIeS001C9JRWo9puZj6sPmSpx8puL1PrRRZ4VQo9sR9tXJdlfRGCsfd0uGHGl7unvdcnAY/ATgodpZj2P39tALjrWkqNd0yXWUlVu69b/ajb2IAFBg+xX250SUtFnf8pDxZP2dXaEq+muDtstnsLw92xnBxQeV/Ntzf0SG7v6pdBrhvBdatE33K9eBvdHeOA44SYYwxrrc1+dPuETnzzB8BvvxrZt/MNuHjDfNG2YmKdVsSaj3TytXyw8JohmyCoWB6DoRyBDwOBay/PKiYdOd7l42jUSRX7NLzwErB0BvjGL2imTqGxMZ44wcGN01JYQEzwBMha2DaFDFZe27q5aaMvHZQhnYNemtOf2l9s2RrQQqJ4M2Qzp38bELIG1OGXwqDemXUoTqozYrWxOZimRKlQvzD63A41ORg1CqebmFeTpaFIkyqx9omwrQ1/jVxL7Mso+FA6plHS4bmwLM5M8TDEcPD87kz7y+E0XznRHysSeI30sn80quDcuf6LCUi9WHJdSwM08l4Q++RjmfbvhazZ1ywJwopcBjr4XApSmQdRRrLN9EpNCQjNy6Ltnso18rhq+Qn8bas1ldjrgog/1PhSq4hmrglVrLk5R47L1OpGqcOVv1p/2ow0EyUx2MytEj5ifLfBxqE6ANF85ANp5QPHTqW817F1mGWEjVf5ClijnuQrneXG/SbgYkooMi8WZ9B/9Gq1z2De6hCG14Kurl5nCzrpBQOUfUzW76vs6bghE4N5CcM6+pOKfXWqSZn4zH79ltFBhSCgguQy402PSLCbnzbZAbbU+O85o3o6lGW7sEbXSqyu0MsHujg+rRm+ygWfgkv/Wu9ebq0EvfNjtu8a7CdCIY1LV6qaKoVkE2Bzj6R2NV53xyOOTp/3q0oLr/EuGFk/uc3VCTt72eQfSGB9M0hS1Ol4inhLC4pERqUSPo2h18fr7a21WoWESrrSO3MW0vC6OlBiLMq8XwnBJmD1S7vJXzWaHH2CJ/7G6mNs+H3nVteoQRKyOJyLLjN/lfWXRL2xlK+zhEfXM+tPLLD8Lx6KO87K0UiFNDOfr3v6eD7yA5jZVs42nSpfnLx+OtXgSxK/hXgEX8f9j4smbKIZqvGTSQzZqquN4pCdncFP7s7s8Ppx5yClvp/H6+f3Apbt/NXTLFtJPbY1xz/kpz5FTNjzubPtgApFSNl/+YWJq+u+pmIXsKmCLAZ6XB93zWfO09PiyGwx5yIsRVmfm8dJV77/ljxm+S4ppP9jswytELOeXiQJWybAdeYoo57dek/4mpZxXaPgEv0w0N+4a5BEvXT3BJ38ccA1n8PgNDc2lBdM9Yiea+zDzbAzbZZWwsI4UgRaVigvjdh3nk6SWCXw0n6OYR5Bn8JERpejZz+mv+7LviAbWCU30plKjTDsTkJnOL9Xv2A6mGLx+vWSNs5X39V9dLs8u9BcjZEOYClQp2+f8ZJfrj70R9Bqe3p+m4xyXt5DrF/whsSsLuzmYucQJnH55USt8p/r5WtFkz+U3+n7b44uTrMlGiu4+ZiH3+APo/oc9betr+sT3LV7QRPNqdDzyMWKhZcuP+sKO0lSVcCMrWdfHvAyskXSgUafRZE68FNcFXDRXY8NLwWy0b5KO3YtYw4uKdFouhNnd9+2Mzhx3xB4Ww8rThIx8XLVp2SwwENuwDUsshdACapmQ88ZhiXGh4tKKM45xR3eNk+e55FpJyLDVgrcPpLNU5idUEOGPecgJlpEI9osg0rxvLHJDcRMS2RriKcSJ0vnZ0mChTJGArbevmQPXkLjT14k7UrfNTeYJqTmr5gIn6kQ7CaaM1s2X5kKUC60oqPzcGP+J8IRlE90srZASLV0ekwM+9JTuOmAoo6GryZ26Uxr7ST15Kk/ogfM9AGJ9Qk77k/ARo+08g9Z/M946nmre+EWbKaez+BBFWAJyYi6hbF/4nKw5Ap3mFa8r/bmJxQGsB15wq90zly1sHOqWHEyqIvWwt+NZm+ZT2dAPvJSCTHW00D3sO2TaUvRthV1mXAX85YoW9NVnh5/BYEEPd5DS2CbEFWymiI0a0S/OJxn+5CmkeVvDhFJVVRkN1RVcdDVJa4clXsRabfoaDEcgPX7mKq3gqa3O7BgrhXS1pmtnlPdYrhmc+SU1DW0n/1ff7nqv7QsSXsxO5cgNz7DELvokwIqK9I2/zWCNJ0/Q3s66ThlhWs0utaIydYQI05FgSaLIKTUR0AefXtjog2K7FNJDjWOk68/yVF/SdjlUCuXHZ4eO5ifL/AwpRo3ErsjaQMCl164Z3S5Qu+N+qDtIRkdmu80wlW6gQLLnET6MyuzHUeaH39uP5ZdhnMz9av3lhqpR7nG8/8LtvRV8az27/+mZkwCvgsSqa4k+iZEceQ94GW6R47grnq0mnnIvlJyPqrLpIvlXRhix0aw1KaSebV+lhytej7k1KBT2PdzikGy+YbqJKd1ih1lfnz+Couj5wGxlX8RefBu+9TTZSHTZveb6XgOKXr7gUuIMWq03EBELwPwJuNS28f6YmCZprWqzGQl8Gd/YJteO3pqc0lBOi5y7RgpNbrf5XLpzdVjRLuIuossV/S80qjS0ZbWFIZwuFxm45tF383TLVAqvlT+72GXErqKKWJHWbq60B8PHnxaPBtJn5Olre3i24fdwv19yypOKYu8kcx48vKi6ciCcOfdi3sZ4lIDupft+Dj1MA4krg65UlUMy7OygTRTS9rdJFOd7lmuwZ03TTg5HjxKAcQXLTs6clhHGSycesmgXejPyqmLkcGv0VR0JJUr6GTYKFP+H9I2WyNjmrhF2AsqGqlYQSDpg8Q6LnwaLeQEDFXGxeb6jYXPlXeTJdKBKfmxMZMKNVu3AQqEPFfXUII78XYrRL7dE2y9OOqju+g/GFo8kXUdmF4u+K7YoupQrfL9dtrP9wcafgOuiVkXQjU8vnO9ZrzmpGrNDJIW9QI6yfKNsyi8HGVxePD2dHGwh16MW9FRStnpMVOQn42whF9O35e6D43HKsn+J8o7CIT5MyYGT5Zd49Qrr22dVdoX0yUr9tHWTNVa7rUuFAAtbQn5uhv+XRP1MgcD9r5I00dVsfCS6XS2gTJJHK+7LXl0Ie3DInvrU1mCYam3cRKbsj+dQsAuRc+FUNISRRe5tfqxN9ueFdeFBI2XCBa+CDqTLlaXBVqsu7n5Sh+Jd0QILpOjZ7d5F4h2mV4Jzu7cnTHhXyy+ZkBT9tGf9QR5p8eWRls6fkZbr3prrbXiFHP5NWmJTTrjCL+Pi/l54LD/OMjrJ6qig7I6TcaMBt382r7+hzeOv1v17Nr6csKRYwteNV+4L7XKo4MeBDpZvusIjSg4F/ObQkXXNyIKLohuK+W26ejPa7MXjQBse81lIcdgRHLpj1z2hg/z2iTnogkNdeYUS+G042vDKTfE6TwNv+C1/LKemHxYtbKJfa5TWPWWXm7PL++hzY/QxKK0TCmKlRtY1VilohXwSHnymSBiJCsKFxY5o8Jn6dxX5ihXTHFWGTn/o66v9dvL+ssJfCF338/pxQjfgsR/VhJ7sX6UlWHUR5q+a+wXrEJffcGspjD5IKIpZFInKpq+zrfL6VkoieDrRR7jrB9JaJnBACpWi2koZDV2//EkdnjARqzVePFcRj8zsG2/Dj5Z2ey4povVEXZx7U2XmZg69LEBVtc/Dwv9cgYWz6g8Rflz4fSKSPPu+KgKNK3q+3WxinUp25XNJ/C88T9NoYFre4L10giMeCRTOrFr3OAFJcpP9vC96f4HqsqRP1Ir6nBdR5Ixh7i/ssgE3+hqidMJ+POO/7nsnw7M+UDkQL3f1YOEQGZ2Lab5FY42wgcVSa76vIBRovTv39ZLD/h3LLSLIJn4PlwvUjtAa2JdxAp6CW3STwd5z3+4I+Kuc13+UQncsTx7DJesvtobO76sJ/yq4nNf+16cK/eoKuRndNTrlypvhEov826v/Tkp/nrd8H1wetJj1l3zn8P8quJyn/tenenW2uqY65Rd8vAH6ypsXpbG3/zspdTZt+2pUdHoWexv374P5r4Lyy6wy/evT74HM+wu+NSbQVH8RJHb+l1LSMs+Fm3tXyC8Plu8Fl3q9J+v+Xcn34NX6PidjqisqcFHi5/hfStmr93oY2uq72ONd+Ou4oNdPSc7/VPIt08rIKDbR+VI20bXIUvPE/zsp7v5333DT3yyel/v81yIa1uHned+/Pv2Wqum4RXq/B1LK/r4iGWcj/99JqX23+wFb+0Hbknso/m1nP0sc//XpN47tjRprLcK1ABed+Uvb999JiXx04hALeChr8Q7xgP/OJfyvO5YeHXHuC2uzp0l0kc676IXrKaIN5qGfH+UHoZIQmiBzDNcASjFwJDVB6qkAulEMLIPhh2OMN0pi0OQRJmbSBlORRJer8sZ0x5zFqYD3vEAnmvMc8HSNLXbJWC6wvZffqtQQ53bhzCIaR24hOB9/R55NThEIm+3Dvgx80u2i7y3UIHKKxFWswRimORHy+1jhWX4CxvUYPXZbNimzDOtQaFW8/gdIRi1Yhy9ca1Jl7oNKxDwzeB6VZG4vIdnYjySW0NSwTa4HZ0wwDBOD5+fcLnRjm6Yj3fyid1xN0S6Dd6kz28fClO1QCBykBXJQy0RyD8VnTx2IBQBc6UIVR+SsrdesG8eOhSHYvW2fiTPQfGDn6gwASvpb3Kq76b0vJykjenFzcr4dwbaW63EJ93YxHXOT7xFq2Xj70G9yW87EWr+Q2z8YiWbkZGlp7w2DY3CEwTnS3NDz06tv7PkzpSEiZifUTbpnTHMMk3C3rE/3dMqd0lBYGYSXfxbmsCZ/mekKUo5p0W6Z7rLuxVXYhQaGImg+EyzI/gB4A6PLbPmV78aFQ8xW4Hgke6+0pygd288BWLlVGy5sUdyjmKyljW1E0VEnJ7vOfZU+jeKiBirqNUdMxVMszs/m5kv7o449lnbEByeRqFQjCeN8GDkyI1bRPraS9UsKpI3u8yi1PmjTX0H84Rdv2w7bvkXK+HVhbIa54laSa6LbtcJnvQ5LXz8kIC/ow4lVsFOuGTXbmwI/ltH++p1kArK9YV/LkcZWCOEORGXy9jorteQ+1oXPbhKTopZu6bHDU6rsTOqq26sLLx37cUfMQhdLd4rnJMKkfz30olvoDZC+X4HU/Pm16wkF5DBSS/fS+xH2dXwj0QmLC5Sr0XQAfILGwMv2Od/a1f3n09/rJryLlgSA1G/ehyCfiJIU69nUqySmKVksnvJknxARhak+ayaERz0NnXs0Tts3uTGk5dPXsseTDnI9exuD04qrWF+TJ2gQa9I2djtLJSfXk6d6sx07LQkQurwCrj1Vk6nk2W6BihyODtQruYMUOhr3w5hZfR+zRGTZ4bCYkZh4+BUXM2U36e6gJBpprfLBq5u8vOJv0DRaKkP2YV+NYNyGN+F4KXhUIG4TG0TfZgy4Ox3NS1lF9EjT1YhqOFMPUOLXILffW8wsf+rqDV2ocpU9TBlHxPvFxKaJ7idxXeUfd0v0jbaKZ8kvWWAR+WZbBK3Jt4K57Fr2Q8mQk24yy7vj8b+uFMBYhIKkTniZ8DyhQWyjjljgxqUnIv/yX5DMOlVnqf8cHFYFCv9Ewj/0o+JPfjgG+V9ymYYf9kT9l2Ff4MdTqv9dhFxRwooSVpTw/24lBDQSebmySveMcrnwwkINOimklYXyDxmtVDUJZVpErKK0tf54Ecc2cV5Srwyd9opLd7gRJyF3lVqj9U58QN1bQPONa9+V+QbtJWkAr7jZ15twEay+VPwJwZpi2XtsZXpUidiyyV+iQchugegPCZsiXK6IvorPA26++n2lSKF//KcMdMBX6CvMYI6E4ZLGFihikVSl5e04QYmmMJNcio1nd6caXX6Xq2zRP7tNIPP/A7cJ3IBUzTd7cprxrC49VwpWn+LCR6SrDPmA1GxxMOQ1657edNN2s7LEBJBwCb/9p5mcQ3LGEVK7xd0ZRXLgzXxOx9nGq/HQVxIKzPpSzFdi1CEeTt0pLfqdbvxO29marshbkbcib0Xe/6Y8fF8sZTO5CzDz8Vbtwg7QIfYMFeH559Rkuz1dOfrjzb5vR0bpCyvroVlhklcpeEVceGxg5HAdhVMyw2fS/bStxXf5vc/CqOriEGa3TzCWlwViaiPp/avhZbaxOLKaYj3CM1QxXxFs0jIyLWLpGTOSV39lfuCyZD+hvWYKIvbzufkAx18WppU/qws9X9gSGvfWcXqTxu/AIxwjbqbwTendqHvh6MF9KJNwN/ZMOFmaiAL1kElcOzrVVU4BR3RBo4hhxmbYgREIinK1rD3mCBwCnQvIhad1qfPr0o2FQ6TKYTLIgZ2FGsBzvslJrz9RPaVVW/zbqwFCL0Yev4lwW/0klGQlCQgv36qDxU2D2dGB800y9r2jxtgX1Rg5lUJ7Coopy5ImNUGamOxUgOXr6mIlG059QiYoliOPk/LULunz7D0uZqXmkIKpAiaDerRLovd6+PMNPenf2nVexsszHpZf5+O7On2PbvJFLVSA15nVj9sbztf8oYu6RiIdj38UCpPWsoP1Y99sTLTT9Ar+8DH22BekqoHQ65FtnDJ3sdOsBCSvUalqqaE11yOguf9QJWNh7ZfqnS4RISTcq1aRnSR2aguZSqY9ndyYidcsQ8zXJeQyXjNJGNI5Osj8yt5b8AEdy1bU+YqEkvYJ0LlhNKSCnaTNxge0Mcb/IPFZEQoQkl0Y9TF17POIkemdD89w0JI2/ml3CVavgEifeDjoIHXyD7aIFiW95xVxxOykobyGWT5CGfZq7Y7mdEM8M+4o4w6y7LpeEDkS1m4zYv/I6Y42H5YSgN34DWQP3bHKz8+wifdQljpBSafD5jouvZr5NLbHIcczSGWLT22x+9N+s9iC+tJhDpUGsYAnIGnQHvTWe32sXGRZqV+DPKVnZqz2iFlq5Zry0NT2cT0UiLVp/6ipoTsj25Slz2ePU6bUQZ4x59Rcc9ASej4TmXztyQTxys5K2du0pxMi6/LTuqoEKuoRw5Moke2kiPY7Oe0I3FwPOx4P95qlR0TDRjWZen2eJoQu+/i7NDMge/qEotNmFRgKGLglIBmxtkh6PYFVPhQd9RLEh2S9X71rYS5JwQD1rJ/fcl3AoPyCtlI2k04F8yNt75t0/jfkaRvQbn2kAtdzY1P2k06h+O0cy/ztm1ZrM6DGbCQGt72AXYPnt1pZdM2bl2IQn2VZ7adOUrFEPQJKgS9M73/HzVAZTpl0kNjtEo8iMogEIGl7btSgd2ys+dcXaiZpxNJodY+gLD5kWy/0Oi+piQk8N4zsuEejEsznObZRPULEadbClv7E+6C9znw9/N0F2+znOV/OBC4ycqy3uxlBAyuklmj7ZTFc+B29s43/9k198ZTXlHwvXw534aiDQirqGb8rruL0jL41N0trcuHekj6eo59y/3ajwXOeMtrKJ/aR+OrYcUHHEK9hzqrbZ1rRki7XxxljfbUGKtkbtvgGGkhYd6ZXtEXzO3hXdM3h+zBNS/05bfGniHE+Qhw2TC2DxN6PjUeWOb47TuM/yqcXvq4XFBhWz+9U3iL88pXnsyJvRd6KvBV5K/L4y5NOnFWuEoaxq2C1/3FGpmEmxclJUHaYX+i75+RyxmDXPaFVx/lFuQFOy6NHF0XD+e2LIu7UKNss6xAXx29flFYIlPLO2WKN8TF+B8xv3+lKES1oaOB7wNwQE+rPa3gOvwm28FeHRw+tcT49wE/74tlkQz1ew+34qd743LaIB0K7tEL48SthfHB2pmiBRT4/spbz9Jfao4KyctX8Zv1WUQ3sbNc43+N7k6TdiWt9BRdFxU/xm4aMY2zOfyi0i/iI3+a4/KKmIN6orMBpBU4rcFqB0wqcVuC0AqcVOK3AaQVOK3BagdMKnFbgtAKnFTitwGkFTitwWoHTCpxW4LQCpxU4rcBpBU4rcFqB0wqcVuC0AqcVOK3AaQVOK3BagdMKnFbgtAKnFTitwGkFTitwWoHTCpxW4LTMZfKf0jzHNqR9G76rslc7r35vWeahWwe96+YbtJa+ifs/T43B0z8YbucNgpuLqsfmQb2t31+s/eupMcDPnxqrSrYNLOGNi+PKU2P/z3hqTHl6LBJTyygWXla+llbNwoU3rnL4ZT77fuHOfvLqyTc+etmIDJNlKuj+Jw+dZdz8lCGt56j2QxG5vn+i++FyBTyhVenHBj4JtFj2kp1/XzdENBDsa33xtfWqwiPpH4okB/H/eiGWGAxjk2rtIZ+dasmzxeSe+i/u9B4AZ7zxE5pSPTg9aEiJsravzEFkbP4ReY/j/FyOaecbT6VvfX2dDodxKI9MNfDmKD8SIgYmi8sxIdhcQXrOz3ZGYqaTMK57OabMgeaJltDgqTXPowMSfxypx3GlsZ80zm360qcemMwTBRoJTdLuvNuR45jmOhz1akazwwcKNhbnDlubxxzb76sRpBiJMsxPnu/CmaGS6E4tcxzCPGfstefc16yWuQ5PbsfYwntLM3PEK2bhb9F2z8yBdzf3lRPM2DE0c+6IPQbJbMdta1F67GPqTZtgDxlgZhJDu3FTN24qs8rCd9OhrNpIHJ6Byo0p3eFZO0sK3W2uGcR2JXmkyC++1PTMhFtH4V37dZy7LbHjl1VOtV470/oWWjLFjAoEa4YcuYLszNTFhbKgWw9ZTN2tqvukLmJyjhw51hvdXi3iSKFK1zWzJOfHJcmc6Fdzyc8gYdd6rEUU9GBf3MgxDFZBQHwmrewqCTqKg46evqFEak7v0m+pxG07daChy7Jjmv0WiCL8ZoIi9eLKgNfCUsJEXlOfRo7JfsovmYtQrILhd8tH1CroLL77tOlMGpg1JrF5NUog7FFup0J4bkzvhBwrVqw1XC7mc5yLYlX89jBwvLV0bDMiPx5ZtjXcU26jhmC+oLNbfZrRRmCnXubG86jZ5scvRCwo5D2mgVUHx5XgxzgmQqPM9EqtyhQxSVBeSHxS+5375pNW5hUGDiCS8r6nTLNBxZ7DH4G4X6i9pggN8fqm61+dXGAmqRcIsqXan1v+jgdZiSZqk3MrIkal3ZEGJns2c5uB9c5XnII3JZZw/nwSYTTx6MO5eD/G6ycswG8uiR4lzytsCPlwq/jECXr0b0pbvNwq5ZERYqZqA9lBZNMDIkaen7pdBFRizn9vxxx25G1ZRUP4yLQd5Gi3wdgvGq/sT3BphntZnJqUTaSY7MVPfFjUpZ1tJo4p4iqck8J6fSohubNzj2wqr5MSkBqNRJdep0aia7QBzPzlzKoNgqfcIFGvLvu00jIb0biSBCTjdIhC4piYPVWZmeIpullS3g9XwTSzA9zNo9SmVNnUX92r9IBS3Rfm/QgddHzR3dPV8XHVZ2M+stblzI/VOLfbcEvAGPr2vWmej5t3VolZaW5IHANrvmAKHPxNoUrMUpOk+zgBeSVZxErFLBoVPHKQ7qjZG5AKjBz4soAve7P5wMZTxnZVnky93+s7/nZpa1y7eDInbj8bGux+PvQR+YJGLwFnPjfhtvY+ligWjwyN5iBZsimquv3gyduSnSewdGa7h65bzqAjy08AACEQp6NrN5i12JN1wk9So9wuR2REc+rqfXw5RfXzvpthowAruPwzGiQ7ZjcLfG74ijnnQ98m9HhCH4NgjnHbLLAXsHbvFLZ+yJB5DhnwJeRzVqCmUj4prHTn5zyPxY8Attub18c8f5EH3T4KMbcpiSF7TnG5fWRuX7HQG/bGRDxsArFxtgtUFW1xd7zoGff2649qw4F0bWMMXKRvqzgIoa4Cs2us1MOdzWr3iH2Al3ZA4bxn9ddIx7dQfvG6IFbkZmjMFcgb0S9D+A3IbxkKz4o2NIZk302uIOqHqbRLOhh/ch07LjeLZtUHsypLITQJezYhdkinMJP0B1evVOVK6rb108S594o4zoVgkMRDXEW4YpA5rdIy5921RfEUPTdVSt87cUIqABppStW3mcNHk2VZSsJYrKP7+r694vWfXhFFah9qiLBkZ4mfCLSv09WQ2foKTKUkitbPGVSqTH1NpNQmIIrtpC1QpDPNPuyZyVW3Tzr0tNiq1G481QKS/kOZ/Sczr+roVeDrfmu2QJ7hmFPqJ1dVsJvJFQ9TyprR5k2esYC1yRi6m/zsNfvYQe9TRbdN30/fTdVhbFVmyeDO75g0jZSbfaVROrp1B16x/PXHAM5a0EskCWD3dzqlI0WXf8aM/NM1ZN98qsYG0txg5OAIbQI8vNZsPM6A64EKNp8on4ZU0oDkY9CyUrlNMG+C10ubCJi2Weo2fGgNyKTFED4dnY1DMlJID6Ch7IrUCUZXMMcUWmpWwe05WUGpb2NfEbUKlk/cGxfOrtlkeGFzYdAVj3S3Lrnng2V3boTOcCa/ZPjkdm/esPeZUeX+A6uuaj2FtB0vwWEIsoktzypLDRNJrTF7OxppQADBNFfZ/t/jcFOiCXwwd9akDx16xSwfuebSBHgAWTqdU0FjENOnufotFeRtVMzrSo2tbsR0o7Q8nF556Uz0kcbu6XpTdA/hIaacXnvdZON4U+dkZKfIIUphB+X00U3nLzrh/WgLjeaxwjRZTYB8X4m0wSq2R9OZxEeQgwJRowljxCSqqYX7vqohsyGkD5tlhCXqgw2LbXVbK+OGHQG9Y0aLCHrn6YGFN3aCZeNRa/bsuRdQuCkf6S5mlY/xORTSXeIduABUCAaIWrO3/VhaGSi2mR6ZHx/bXTj3frScm6tE7USZb0hUJsFI6ngTaCTIa9x0EjSVYyYckApG23a9UFh4e6Pd9+mL5M5TrPqGyo7cCSx492hA+eH2jj8mztQG64Ne9oCwxGiRHhPxHM9D0jqBbw4EhT3jLLT02cvFLb2Hy8fRxbRJ/m3T7qGecgrm86M+5uzEjj9svHzd9hhJmKnJpZRWqvxROylXvE42Pyn1pECdungKO+hCoMbvLPeZ6BIt3cDdvDhf++05rQUSPxQz+kuC726cR3V+Wopm2597ThQqJo6ZoHzvV0WTiXkxPMe56IGAkucNmU+C0bZsyD7LZ9NBW3x2W2QkIqWHK1nPsuF+GkdY7vWGEgIk/7dM9ikxMcKFDnLmbIWDQeoef2I/XReKDs/gxF7wEbsIJI0cbh8JzdHgNW9BScrrrOY/ec6dY3UB4X0X06E4wiAqsCyl8yzKf8BVrmby0QitLZ0kfowum0HrWu9+HeZ7cPhZKvDRtXP9nt6F/dlVnSf//ibYvieT4Lc7q1Rmc0oh0/ZiXx6qfN28xetUhyEXsJspYw63CJkFuE91W76bLnffiplkhuDwXi8ZO6kYTcVUSjBViRrte26Yc4qalPkwDadSI+4hNzsPmX6xYXByf8Yqd8a9MZL3OvtawCV8w8KLgX3gfkZuH5s8P2cQO/+5dO7zWD5sNj+4ReQgLiYO0HE19BmOq69hRUIVZ2RrxNclaulmUtGvhySLlT/pUp3r3yX9zX9lCvdPlUQWx5S2Rb/fUKhKekWcya8haN4Kfj5gOu1Wc8RsLGz2uSXtl5mZ7SU+T0u2pWVAbDetrhx46n6ze28YolTcvWd+EjR+34xh/whRWufe4znEfFLmjJihuSTiXRKhPN7Twx0lzI3uFSJcjBlms6B0VlBLU1eXulsUJQDdEHMKz6geBW8J0Hx65S6RUOWXJqsIbhzJw9G7xD47yhmD5Ghvr1qxa9tCFXuok7ck8uN8wcFvSEcE9iiVkgiMOofjF/5Gxwd0V9kDppzTtCa7rrBGwQQiEzzMaf9oPyN1b0S03QlGr/9IT293iKx5GkY+9xUHTQtSEVDUy0hsYBw0oZ6UV9B/SlDzGt4tnnLs3gKXhgsj2y/qtrTod2M3w3rEco1TjuZDNLPb7Y941jhDZ7ccZnun98yl1WUb1+rW/wpD/3IB2s3JlPr6jpIOz3q/W+jNdCT7T7QersxZswo+wWEYxij+m20e0hp3w0y5VYkeSHMJV57VnUGFPCy+a8pDrKkqSMMSyHnrc243N7V6cnoPCDbs3zaibQ+j55byrFadfIlQfaYGMh4M1oiL6GckHKGKWDU2OYKYvHCTE4/kkeLRtk90nEv8WC1tO+zr9kjeb9hTNhszDyYfd7lsPvvAvCbaZDX5SoBUuVGAx6mHJMUYr1z8bSXRAxSjTiHMNKNrs52mks/D/U1iU2X3Jk6lfdFUouhKASZd1PITG22mztfO6+osfuWOPMesgs+ZVU/WOq+Owlm+nO4zaGk1nwBg65nIw6Eq7EvPmeUj2gcMu6C5M6NX9MTc7+K5xI5MRkzTp697hpNBg0wr6uap62QKhTlzPw+FGHFbVTHbry8XRP2l2yLdleIkZ7zOinL55iDAkhrnY1oNm0mDRTP6zFrPGQ8dh346HoHhvMbsFql/qlqR0HmJ+Ekrqi3p9U4v39qm2oQY7bB3ZpWac4F0k7dBnjHwO3mUVv2rUaGA8JlGrqgVRXFI47ik0usFH2iOWvTegq3w3ATPX7sUWpVjZFzkMZNyx4zwNso4Hk0hF4taPrjL2iNefzbOzn3blI45Q8cg+E8TCWO1vtzS6WSELa7paS9i+hpiIWO+4u5VM4mtDWeXUcGtNypZXkaT6Jwyy7C5ofdpmXvcGCcvZMXs7iObWgTpuTnB8yjhtfOL3gqy0FuFmH2Xr7/p6l6AsA3GOjWCbW0++6Zjf4FWOBOK/JaAPCZapaEJx+Fzw/C57ze65gDye8SYb8WCixqSf08cOceQ/tqMAa7jPkrb4OwnRTVOtdpfcAc5d7nmLJ6W/LdU8+xAfz04i4dM5do88jPrGoAZAEr7NFGc6pJoh93sNaxPZrw795VF3zfTr/nimEJTpSLubWhNHyz978nUvftxpTDul6qYeWI/JikXDLOBP39Gx7ydw3y9U9rrf4xXc/mxQPbeW3DWUFbp+hxMcMHrj6UmB2QTc83FAUykdb2HM8XsrkI8ZVzl2Ta1IJ/4v/mtL1o8ttL9hfXyM/vEvhPcabASeYFQToPnHYvjkeVak1w6bL5f0mGWYT7P6Fz1ZprN+WVmWiCvCsOl7b0VmVH3+qPkKXUVOvXNl2Y6EWoXTZDChSrNPzLKi5anlJ1d9KQDJzVyjHzOvnv+jyknZigNaDeTA3tkR2NOnvua5nriQura4dvHgAh2LzUIWxTd9WySjph9hOjhztHn0VqToo1EzEwWRl6/YbRycIoKHaMGARjnx2zkBmeUWGWTWKohx8fv5VWS/N9mmwZqxJs6aqgvbj4e1elXC3t5NvnR+TqqYWpUcpr/jWcApUSPgM9Q/0scMcy4WC0vNfYEGEmllJXZPhxu8egUK8QVEiiy9C+hqeqy7NY6n6uUYUZUjEeB2t8TdGetkLGDmlQR1j626TZCzfuisdvG2TXTO4HaPOlqT498QM92lI4N1lstvMuoLHEARud5bu8jySmgfQcNXBqXmb2albt6ULMzZhujzGL8nekXhfIap8vE1sF8J4T9iJZuRGzJnWP5G7aaqNf678ZrYtui5onVpoZz2Z7q818wc18M0lxwoEtEM81T+Zf07Op/mB47HTSQ+fSx09PiwNzKKQahTr1I1EonMqQNiIj5/Kivlswd68sxiewfVzJPIpXM9CrWtjxfbppEbxWWuAoBrdcTwXcmqSw3iTT8bYJM4xTfCTqz2aJEhk4Y7scqdm+OGgCT2blaR354UOh/rsm/qjgZ1+kBBg3fun1Vc/ug/5+Hliv34Fu5haeQsQ6PzJcVJS4OUj1PXBsxzzp3oeAjbPIjeUZ7mamxwE6Lj4iJCzKJLZ3zHMK8eA4Hi3YfVQbDActoyH3VTTCqtLOROP2chZnn9hWWondtqPw1c5kprwV+1mPxMftmpB1mTuVU7Qc76ya/6wK8X78ftDtQYnn60v8BUEsDBBQAAgAIAINzh0mZ25pjTQAAAGsAAAAbAAAAdW5pdmVyc2FsL3VuaXZlcnNhbC5wbmcueG1ss7GvyM1RKEstKs7Mz7NVMtQzULK34+WyKShKLctMLVeoAIoZ6RlAgJJCpa2SCRK3PDOlJAOowsDEFCGYkZqZnlFiq2RuYQIX1AeaCQBQSwECAAAUAAIACABElFdHI7RO+/sCAACwCAAAFAAAAAAAAAABAAAAAAAAAAAAdW5pdmVyc2FsL3BsYXllci54bWxQSwECAAAUAAIACACDc4dJRHFqQEZFAACGqgAAFwAAAAAAAAAAAAAAAAAtAwAAdW5pdmVyc2FsL3VuaXZlcnNhbC5wbmdQSwECAAAUAAIACACDc4dJmduaY00AAABrAAAAGwAAAAAAAAABAAAAAACoSAAAdW5pdmVyc2FsL3VuaXZlcnNhbC5wbmcueG1sUEsFBgAAAAADAAMA0AAAAC5JAAAAAA=="/>
  <p:tag name="ISPRING_PRESENTATION_TITLE" val="2"/>
  <p:tag name="resource_record_key" val="{&quot;29&quot;:[50000159]}"/>
</p:tagLst>
</file>

<file path=ppt/theme/theme1.xml><?xml version="1.0" encoding="utf-8"?>
<a:theme xmlns:a="http://schemas.openxmlformats.org/drawingml/2006/main" name="Office 主题">
  <a:themeElements>
    <a:clrScheme name="自定义 25">
      <a:dk1>
        <a:srgbClr val="000000"/>
      </a:dk1>
      <a:lt1>
        <a:srgbClr val="FFFFFF"/>
      </a:lt1>
      <a:dk2>
        <a:srgbClr val="51647E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D77A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WPS 演示</Application>
  <PresentationFormat>宽屏</PresentationFormat>
  <Paragraphs>177</Paragraphs>
  <Slides>20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Arial</vt:lpstr>
      <vt:lpstr>萝莉体 第二版</vt:lpstr>
      <vt:lpstr>Helvetica</vt:lpstr>
      <vt:lpstr>Noteworthy Bold</vt:lpstr>
      <vt:lpstr>Segoe Print</vt:lpstr>
      <vt:lpstr>黑体</vt:lpstr>
      <vt:lpstr>微软雅黑</vt:lpstr>
      <vt:lpstr>等线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SLOW SOUND</cp:lastModifiedBy>
  <cp:revision>54</cp:revision>
  <dcterms:created xsi:type="dcterms:W3CDTF">2016-08-03T07:39:00Z</dcterms:created>
  <dcterms:modified xsi:type="dcterms:W3CDTF">2026-04-24T11:53:56Z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13F39C63B4CB457BBD992EBC386B3ABC_13</vt:lpwstr>
  </property>
</Properties>
</file>